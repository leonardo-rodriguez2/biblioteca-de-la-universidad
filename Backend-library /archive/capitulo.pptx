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66" r:id="rId5"/>
    <p:sldId id="267" r:id="rId6"/>
    <p:sldId id="273" r:id="rId7"/>
    <p:sldId id="261" r:id="rId8"/>
    <p:sldId id="274" r:id="rId9"/>
    <p:sldId id="268" r:id="rId10"/>
    <p:sldId id="272" r:id="rId11"/>
    <p:sldId id="280" r:id="rId12"/>
    <p:sldId id="271" r:id="rId13"/>
    <p:sldId id="258" r:id="rId14"/>
  </p:sldIdLst>
  <p:sldSz cx="9144000" cy="5143500"/>
  <p:notesSz cx="6858000" cy="9144000"/>
  <p:embeddedFontLst>
    <p:embeddedFont>
      <p:font typeface="Roboto" charset="0"/>
      <p:regular r:id="rId19"/>
      <p:bold r:id="rId20"/>
      <p:italic r:id="rId21"/>
      <p:boldItalic r:id="rId22"/>
    </p:embeddedFont>
    <p:embeddedFont>
      <p:font typeface="Proxima Nova" charset="0"/>
      <p:regular r:id="rId23"/>
      <p:bold r:id="rId24"/>
      <p:italic r:id="rId25"/>
      <p:boldItalic r:id="rId26"/>
    </p:embeddedFont>
    <p:embeddedFont>
      <p:font typeface="Proxima Nova Semibold" charset="0"/>
      <p:regular r:id="rId27"/>
      <p:bold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c" initials="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font" Target="fonts/font11.fntdata"/><Relationship Id="rId28" Type="http://schemas.openxmlformats.org/officeDocument/2006/relationships/font" Target="fonts/font10.fntdata"/><Relationship Id="rId27" Type="http://schemas.openxmlformats.org/officeDocument/2006/relationships/font" Target="fonts/font9.fntdata"/><Relationship Id="rId26" Type="http://schemas.openxmlformats.org/officeDocument/2006/relationships/font" Target="fonts/font8.fntdata"/><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commentAuthors" Target="commen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5-16T11:14:05.392" idx="1">
    <p:pos x="5712" y="1848"/>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5-05-16T11:14:05.392" idx="1">
    <p:pos x="5712" y="1848"/>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 name="Shape 54"/>
        <p:cNvGrpSpPr/>
        <p:nvPr/>
      </p:nvGrpSpPr>
      <p:grpSpPr>
        <a:xfrm>
          <a:off x="0" y="0"/>
          <a:ext cx="0" cy="0"/>
          <a:chOff x="0" y="0"/>
          <a:chExt cx="0" cy="0"/>
        </a:xfrm>
      </p:grpSpPr>
      <p:sp>
        <p:nvSpPr>
          <p:cNvPr id="55" name="Google Shape;55;g7384c0e568c9b205_19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7384c0e568c9b205_19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5" name="Shape 1475"/>
        <p:cNvGrpSpPr/>
        <p:nvPr/>
      </p:nvGrpSpPr>
      <p:grpSpPr>
        <a:xfrm>
          <a:off x="0" y="0"/>
          <a:ext cx="0" cy="0"/>
          <a:chOff x="0" y="0"/>
          <a:chExt cx="0" cy="0"/>
        </a:xfrm>
      </p:grpSpPr>
      <p:sp>
        <p:nvSpPr>
          <p:cNvPr id="1476" name="Google Shape;1476;g1034e70190a_0_80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7" name="Google Shape;1477;g1034e70190a_0_80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4" name="Shape 1104"/>
        <p:cNvGrpSpPr/>
        <p:nvPr/>
      </p:nvGrpSpPr>
      <p:grpSpPr>
        <a:xfrm>
          <a:off x="0" y="0"/>
          <a:ext cx="0" cy="0"/>
          <a:chOff x="0" y="0"/>
          <a:chExt cx="0" cy="0"/>
        </a:xfrm>
      </p:grpSpPr>
      <p:sp>
        <p:nvSpPr>
          <p:cNvPr id="1105" name="Google Shape;1105;gddbf325230_0_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ddbf325230_0_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4" name="Shape 1104"/>
        <p:cNvGrpSpPr/>
        <p:nvPr/>
      </p:nvGrpSpPr>
      <p:grpSpPr>
        <a:xfrm>
          <a:off x="0" y="0"/>
          <a:ext cx="0" cy="0"/>
          <a:chOff x="0" y="0"/>
          <a:chExt cx="0" cy="0"/>
        </a:xfrm>
      </p:grpSpPr>
      <p:sp>
        <p:nvSpPr>
          <p:cNvPr id="1105" name="Google Shape;1105;gddbf325230_0_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ddbf325230_0_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4" name="Shape 1104"/>
        <p:cNvGrpSpPr/>
        <p:nvPr/>
      </p:nvGrpSpPr>
      <p:grpSpPr>
        <a:xfrm>
          <a:off x="0" y="0"/>
          <a:ext cx="0" cy="0"/>
          <a:chOff x="0" y="0"/>
          <a:chExt cx="0" cy="0"/>
        </a:xfrm>
      </p:grpSpPr>
      <p:sp>
        <p:nvSpPr>
          <p:cNvPr id="1105" name="Google Shape;1105;gddbf325230_0_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ddbf325230_0_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4" name="Shape 1104"/>
        <p:cNvGrpSpPr/>
        <p:nvPr/>
      </p:nvGrpSpPr>
      <p:grpSpPr>
        <a:xfrm>
          <a:off x="0" y="0"/>
          <a:ext cx="0" cy="0"/>
          <a:chOff x="0" y="0"/>
          <a:chExt cx="0" cy="0"/>
        </a:xfrm>
      </p:grpSpPr>
      <p:sp>
        <p:nvSpPr>
          <p:cNvPr id="1105" name="Google Shape;1105;gddbf325230_0_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ddbf325230_0_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4" name="Shape 1104"/>
        <p:cNvGrpSpPr/>
        <p:nvPr/>
      </p:nvGrpSpPr>
      <p:grpSpPr>
        <a:xfrm>
          <a:off x="0" y="0"/>
          <a:ext cx="0" cy="0"/>
          <a:chOff x="0" y="0"/>
          <a:chExt cx="0" cy="0"/>
        </a:xfrm>
      </p:grpSpPr>
      <p:sp>
        <p:nvSpPr>
          <p:cNvPr id="1105" name="Google Shape;1105;gddbf325230_0_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ddbf325230_0_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4" name="Shape 1104"/>
        <p:cNvGrpSpPr/>
        <p:nvPr/>
      </p:nvGrpSpPr>
      <p:grpSpPr>
        <a:xfrm>
          <a:off x="0" y="0"/>
          <a:ext cx="0" cy="0"/>
          <a:chOff x="0" y="0"/>
          <a:chExt cx="0" cy="0"/>
        </a:xfrm>
      </p:grpSpPr>
      <p:sp>
        <p:nvSpPr>
          <p:cNvPr id="1105" name="Google Shape;1105;gddbf325230_0_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ddbf325230_0_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5" name="Shape 1475"/>
        <p:cNvGrpSpPr/>
        <p:nvPr/>
      </p:nvGrpSpPr>
      <p:grpSpPr>
        <a:xfrm>
          <a:off x="0" y="0"/>
          <a:ext cx="0" cy="0"/>
          <a:chOff x="0" y="0"/>
          <a:chExt cx="0" cy="0"/>
        </a:xfrm>
      </p:grpSpPr>
      <p:sp>
        <p:nvSpPr>
          <p:cNvPr id="1476" name="Google Shape;1476;g1034e70190a_0_80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7" name="Google Shape;1477;g1034e70190a_0_80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4" name="Shape 1104"/>
        <p:cNvGrpSpPr/>
        <p:nvPr/>
      </p:nvGrpSpPr>
      <p:grpSpPr>
        <a:xfrm>
          <a:off x="0" y="0"/>
          <a:ext cx="0" cy="0"/>
          <a:chOff x="0" y="0"/>
          <a:chExt cx="0" cy="0"/>
        </a:xfrm>
      </p:grpSpPr>
      <p:sp>
        <p:nvSpPr>
          <p:cNvPr id="1105" name="Google Shape;1105;gddbf325230_0_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ddbf325230_0_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ged4aa40ca4_0_4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ed4aa40ca4_0_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09600" y="1150825"/>
            <a:ext cx="4252200" cy="2395500"/>
          </a:xfrm>
          <a:prstGeom prst="rect">
            <a:avLst/>
          </a:prstGeom>
        </p:spPr>
        <p:txBody>
          <a:bodyPr spcFirstLastPara="1" wrap="square" lIns="91425" tIns="91425" rIns="91425" bIns="91425" anchor="ctr" anchorCtr="0">
            <a:noAutofit/>
          </a:bodyPr>
          <a:lstStyle>
            <a:lvl1pPr lvl="0" algn="l">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609600" y="3546275"/>
            <a:ext cx="4252200" cy="446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14775" y="292625"/>
            <a:ext cx="8114400" cy="5727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p:txBody>
      </p:sp>
      <p:sp>
        <p:nvSpPr>
          <p:cNvPr id="18" name="Google Shape;18;p4"/>
          <p:cNvSpPr txBox="1"/>
          <p:nvPr>
            <p:ph type="body" idx="1"/>
          </p:nvPr>
        </p:nvSpPr>
        <p:spPr>
          <a:xfrm>
            <a:off x="514775" y="1152475"/>
            <a:ext cx="81144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14775" y="292625"/>
            <a:ext cx="8114400" cy="5727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14775" y="300700"/>
            <a:ext cx="8114400" cy="513000"/>
          </a:xfrm>
          <a:prstGeom prst="rect">
            <a:avLst/>
          </a:prstGeom>
        </p:spPr>
        <p:txBody>
          <a:bodyPr spcFirstLastPara="1" wrap="square" lIns="91425" tIns="91425" rIns="91425" bIns="91425" anchor="ctr" anchorCtr="0">
            <a:noAutofit/>
          </a:bodyPr>
          <a:lstStyle>
            <a:lvl1pPr lvl="0" algn="ctr">
              <a:spcBef>
                <a:spcPts val="0"/>
              </a:spcBef>
              <a:spcAft>
                <a:spcPts val="0"/>
              </a:spcAft>
              <a:buSzPts val="2500"/>
              <a:buNone/>
              <a:defRPr/>
            </a:lvl1pPr>
            <a:lvl2pPr lvl="1" algn="ctr">
              <a:spcBef>
                <a:spcPts val="0"/>
              </a:spcBef>
              <a:spcAft>
                <a:spcPts val="0"/>
              </a:spcAft>
              <a:buSzPts val="2500"/>
              <a:buNone/>
              <a:defRPr/>
            </a:lvl2pPr>
            <a:lvl3pPr lvl="2" algn="ctr">
              <a:spcBef>
                <a:spcPts val="0"/>
              </a:spcBef>
              <a:spcAft>
                <a:spcPts val="0"/>
              </a:spcAft>
              <a:buSzPts val="2500"/>
              <a:buNone/>
              <a:defRPr/>
            </a:lvl3pPr>
            <a:lvl4pPr lvl="3" algn="ctr">
              <a:spcBef>
                <a:spcPts val="0"/>
              </a:spcBef>
              <a:spcAft>
                <a:spcPts val="0"/>
              </a:spcAft>
              <a:buSzPts val="2500"/>
              <a:buNone/>
              <a:defRPr/>
            </a:lvl4pPr>
            <a:lvl5pPr lvl="4" algn="ctr">
              <a:spcBef>
                <a:spcPts val="0"/>
              </a:spcBef>
              <a:spcAft>
                <a:spcPts val="0"/>
              </a:spcAft>
              <a:buSzPts val="2500"/>
              <a:buNone/>
              <a:defRPr/>
            </a:lvl5pPr>
            <a:lvl6pPr lvl="5" algn="ctr">
              <a:spcBef>
                <a:spcPts val="0"/>
              </a:spcBef>
              <a:spcAft>
                <a:spcPts val="0"/>
              </a:spcAft>
              <a:buSzPts val="2500"/>
              <a:buNone/>
              <a:defRPr/>
            </a:lvl6pPr>
            <a:lvl7pPr lvl="6" algn="ctr">
              <a:spcBef>
                <a:spcPts val="0"/>
              </a:spcBef>
              <a:spcAft>
                <a:spcPts val="0"/>
              </a:spcAft>
              <a:buSzPts val="2500"/>
              <a:buNone/>
              <a:defRPr/>
            </a:lvl7pPr>
            <a:lvl8pPr lvl="7" algn="ctr">
              <a:spcBef>
                <a:spcPts val="0"/>
              </a:spcBef>
              <a:spcAft>
                <a:spcPts val="0"/>
              </a:spcAft>
              <a:buSzPts val="2500"/>
              <a:buNone/>
              <a:defRPr/>
            </a:lvl8pPr>
            <a:lvl9pPr lvl="8" algn="ctr">
              <a:spcBef>
                <a:spcPts val="0"/>
              </a:spcBef>
              <a:spcAft>
                <a:spcPts val="0"/>
              </a:spcAft>
              <a:buSzPts val="25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2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514775" y="292625"/>
            <a:ext cx="81144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2500"/>
              <a:buFont typeface="Fira Sans Extra Condensed SemiBold"/>
              <a:buNone/>
              <a:defRPr sz="2500">
                <a:solidFill>
                  <a:schemeClr val="dk1"/>
                </a:solidFill>
                <a:latin typeface="Fira Sans Extra Condensed SemiBold"/>
                <a:ea typeface="Fira Sans Extra Condensed SemiBold"/>
                <a:cs typeface="Fira Sans Extra Condensed SemiBold"/>
                <a:sym typeface="Fira Sans Extra Condensed SemiBold"/>
              </a:defRPr>
            </a:lvl1pPr>
            <a:lvl2pPr lvl="1" algn="ctr">
              <a:spcBef>
                <a:spcPts val="0"/>
              </a:spcBef>
              <a:spcAft>
                <a:spcPts val="0"/>
              </a:spcAft>
              <a:buClr>
                <a:schemeClr val="dk1"/>
              </a:buClr>
              <a:buSzPts val="2500"/>
              <a:buFont typeface="Fira Sans Extra Condensed SemiBold"/>
              <a:buNone/>
              <a:defRPr sz="2500">
                <a:solidFill>
                  <a:schemeClr val="dk1"/>
                </a:solidFill>
                <a:latin typeface="Fira Sans Extra Condensed SemiBold"/>
                <a:ea typeface="Fira Sans Extra Condensed SemiBold"/>
                <a:cs typeface="Fira Sans Extra Condensed SemiBold"/>
                <a:sym typeface="Fira Sans Extra Condensed SemiBold"/>
              </a:defRPr>
            </a:lvl2pPr>
            <a:lvl3pPr lvl="2" algn="ctr">
              <a:spcBef>
                <a:spcPts val="0"/>
              </a:spcBef>
              <a:spcAft>
                <a:spcPts val="0"/>
              </a:spcAft>
              <a:buClr>
                <a:schemeClr val="dk1"/>
              </a:buClr>
              <a:buSzPts val="2500"/>
              <a:buFont typeface="Fira Sans Extra Condensed SemiBold"/>
              <a:buNone/>
              <a:defRPr sz="2500">
                <a:solidFill>
                  <a:schemeClr val="dk1"/>
                </a:solidFill>
                <a:latin typeface="Fira Sans Extra Condensed SemiBold"/>
                <a:ea typeface="Fira Sans Extra Condensed SemiBold"/>
                <a:cs typeface="Fira Sans Extra Condensed SemiBold"/>
                <a:sym typeface="Fira Sans Extra Condensed SemiBold"/>
              </a:defRPr>
            </a:lvl3pPr>
            <a:lvl4pPr lvl="3" algn="ctr">
              <a:spcBef>
                <a:spcPts val="0"/>
              </a:spcBef>
              <a:spcAft>
                <a:spcPts val="0"/>
              </a:spcAft>
              <a:buClr>
                <a:schemeClr val="dk1"/>
              </a:buClr>
              <a:buSzPts val="2500"/>
              <a:buFont typeface="Fira Sans Extra Condensed SemiBold"/>
              <a:buNone/>
              <a:defRPr sz="2500">
                <a:solidFill>
                  <a:schemeClr val="dk1"/>
                </a:solidFill>
                <a:latin typeface="Fira Sans Extra Condensed SemiBold"/>
                <a:ea typeface="Fira Sans Extra Condensed SemiBold"/>
                <a:cs typeface="Fira Sans Extra Condensed SemiBold"/>
                <a:sym typeface="Fira Sans Extra Condensed SemiBold"/>
              </a:defRPr>
            </a:lvl4pPr>
            <a:lvl5pPr lvl="4" algn="ctr">
              <a:spcBef>
                <a:spcPts val="0"/>
              </a:spcBef>
              <a:spcAft>
                <a:spcPts val="0"/>
              </a:spcAft>
              <a:buClr>
                <a:schemeClr val="dk1"/>
              </a:buClr>
              <a:buSzPts val="2500"/>
              <a:buFont typeface="Fira Sans Extra Condensed SemiBold"/>
              <a:buNone/>
              <a:defRPr sz="2500">
                <a:solidFill>
                  <a:schemeClr val="dk1"/>
                </a:solidFill>
                <a:latin typeface="Fira Sans Extra Condensed SemiBold"/>
                <a:ea typeface="Fira Sans Extra Condensed SemiBold"/>
                <a:cs typeface="Fira Sans Extra Condensed SemiBold"/>
                <a:sym typeface="Fira Sans Extra Condensed SemiBold"/>
              </a:defRPr>
            </a:lvl5pPr>
            <a:lvl6pPr lvl="5" algn="ctr">
              <a:spcBef>
                <a:spcPts val="0"/>
              </a:spcBef>
              <a:spcAft>
                <a:spcPts val="0"/>
              </a:spcAft>
              <a:buClr>
                <a:schemeClr val="dk1"/>
              </a:buClr>
              <a:buSzPts val="2500"/>
              <a:buFont typeface="Fira Sans Extra Condensed SemiBold"/>
              <a:buNone/>
              <a:defRPr sz="2500">
                <a:solidFill>
                  <a:schemeClr val="dk1"/>
                </a:solidFill>
                <a:latin typeface="Fira Sans Extra Condensed SemiBold"/>
                <a:ea typeface="Fira Sans Extra Condensed SemiBold"/>
                <a:cs typeface="Fira Sans Extra Condensed SemiBold"/>
                <a:sym typeface="Fira Sans Extra Condensed SemiBold"/>
              </a:defRPr>
            </a:lvl6pPr>
            <a:lvl7pPr lvl="6" algn="ctr">
              <a:spcBef>
                <a:spcPts val="0"/>
              </a:spcBef>
              <a:spcAft>
                <a:spcPts val="0"/>
              </a:spcAft>
              <a:buClr>
                <a:schemeClr val="dk1"/>
              </a:buClr>
              <a:buSzPts val="2500"/>
              <a:buFont typeface="Fira Sans Extra Condensed SemiBold"/>
              <a:buNone/>
              <a:defRPr sz="2500">
                <a:solidFill>
                  <a:schemeClr val="dk1"/>
                </a:solidFill>
                <a:latin typeface="Fira Sans Extra Condensed SemiBold"/>
                <a:ea typeface="Fira Sans Extra Condensed SemiBold"/>
                <a:cs typeface="Fira Sans Extra Condensed SemiBold"/>
                <a:sym typeface="Fira Sans Extra Condensed SemiBold"/>
              </a:defRPr>
            </a:lvl7pPr>
            <a:lvl8pPr lvl="7" algn="ctr">
              <a:spcBef>
                <a:spcPts val="0"/>
              </a:spcBef>
              <a:spcAft>
                <a:spcPts val="0"/>
              </a:spcAft>
              <a:buClr>
                <a:schemeClr val="dk1"/>
              </a:buClr>
              <a:buSzPts val="2500"/>
              <a:buFont typeface="Fira Sans Extra Condensed SemiBold"/>
              <a:buNone/>
              <a:defRPr sz="2500">
                <a:solidFill>
                  <a:schemeClr val="dk1"/>
                </a:solidFill>
                <a:latin typeface="Fira Sans Extra Condensed SemiBold"/>
                <a:ea typeface="Fira Sans Extra Condensed SemiBold"/>
                <a:cs typeface="Fira Sans Extra Condensed SemiBold"/>
                <a:sym typeface="Fira Sans Extra Condensed SemiBold"/>
              </a:defRPr>
            </a:lvl8pPr>
            <a:lvl9pPr lvl="8" algn="ctr">
              <a:spcBef>
                <a:spcPts val="0"/>
              </a:spcBef>
              <a:spcAft>
                <a:spcPts val="0"/>
              </a:spcAft>
              <a:buClr>
                <a:schemeClr val="dk1"/>
              </a:buClr>
              <a:buSzPts val="2500"/>
              <a:buFont typeface="Fira Sans Extra Condensed SemiBold"/>
              <a:buNone/>
              <a:defRPr sz="2500">
                <a:solidFill>
                  <a:schemeClr val="dk1"/>
                </a:solidFill>
                <a:latin typeface="Fira Sans Extra Condensed SemiBold"/>
                <a:ea typeface="Fira Sans Extra Condensed SemiBold"/>
                <a:cs typeface="Fira Sans Extra Condensed SemiBold"/>
                <a:sym typeface="Fira Sans Extra Condensed SemiBold"/>
              </a:defRPr>
            </a:lvl9pPr>
          </a:lstStyle>
          <a:p/>
        </p:txBody>
      </p:sp>
      <p:sp>
        <p:nvSpPr>
          <p:cNvPr id="7" name="Google Shape;7;p1"/>
          <p:cNvSpPr txBox="1"/>
          <p:nvPr>
            <p:ph type="body" idx="1"/>
          </p:nvPr>
        </p:nvSpPr>
        <p:spPr>
          <a:xfrm>
            <a:off x="514775" y="1152475"/>
            <a:ext cx="81144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marL="914400" lvl="1"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marL="1371600" lvl="2"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marL="1828800" lvl="3"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marL="2286000" lvl="4"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marL="2743200" lvl="5"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marL="3200400" lvl="6"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marL="3657600" lvl="7"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marL="4114800" lvl="8" indent="-304800">
              <a:lnSpc>
                <a:spcPct val="115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5.xml"/><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5.xml"/><Relationship Id="rId2" Type="http://schemas.openxmlformats.org/officeDocument/2006/relationships/image" Target="../media/image5.jpeg"/><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5.xml"/><Relationship Id="rId2" Type="http://schemas.openxmlformats.org/officeDocument/2006/relationships/image" Target="../media/image9.jpeg"/><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7" name="Shape 57"/>
        <p:cNvGrpSpPr/>
        <p:nvPr/>
      </p:nvGrpSpPr>
      <p:grpSpPr>
        <a:xfrm>
          <a:off x="0" y="0"/>
          <a:ext cx="0" cy="0"/>
          <a:chOff x="0" y="0"/>
          <a:chExt cx="0" cy="0"/>
        </a:xfrm>
      </p:grpSpPr>
      <p:sp>
        <p:nvSpPr>
          <p:cNvPr id="58" name="Google Shape;58;p15"/>
          <p:cNvSpPr txBox="1"/>
          <p:nvPr>
            <p:ph type="ctrTitle"/>
          </p:nvPr>
        </p:nvSpPr>
        <p:spPr>
          <a:xfrm>
            <a:off x="13335" y="68580"/>
            <a:ext cx="5851525" cy="164719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1200"/>
              <a:t>República Bolivariana de Venezuela</a:t>
            </a:r>
            <a:br>
              <a:rPr lang="en-GB" sz="1200"/>
            </a:br>
            <a:r>
              <a:rPr lang="en-GB" sz="1200"/>
              <a:t>Ministerio del Poder Popular para la Educación Universitaria</a:t>
            </a:r>
            <a:br>
              <a:rPr lang="en-GB" sz="1200"/>
            </a:br>
            <a:r>
              <a:rPr lang="en-GB" sz="1200"/>
              <a:t>Universidad Politécnica Territorial “José Félix Ribas” Núcleo Socopó</a:t>
            </a:r>
            <a:br>
              <a:rPr lang="en-GB" sz="1200"/>
            </a:br>
            <a:r>
              <a:rPr lang="en-GB" sz="1200"/>
              <a:t>Socopó, Estado Barinas</a:t>
            </a:r>
            <a:endParaRPr lang="en-GB" sz="1200"/>
          </a:p>
        </p:txBody>
      </p:sp>
      <p:sp>
        <p:nvSpPr>
          <p:cNvPr id="60" name="Google Shape;60;p15"/>
          <p:cNvSpPr/>
          <p:nvPr/>
        </p:nvSpPr>
        <p:spPr>
          <a:xfrm>
            <a:off x="6850801" y="2914633"/>
            <a:ext cx="1738972" cy="1021672"/>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1" name="Google Shape;61;p15"/>
          <p:cNvGrpSpPr/>
          <p:nvPr/>
        </p:nvGrpSpPr>
        <p:grpSpPr>
          <a:xfrm>
            <a:off x="4445259" y="1761916"/>
            <a:ext cx="1801298" cy="2313940"/>
            <a:chOff x="2616388" y="1504175"/>
            <a:chExt cx="2082425" cy="2675075"/>
          </a:xfrm>
        </p:grpSpPr>
        <p:sp>
          <p:nvSpPr>
            <p:cNvPr id="62" name="Google Shape;62;p15"/>
            <p:cNvSpPr/>
            <p:nvPr/>
          </p:nvSpPr>
          <p:spPr>
            <a:xfrm>
              <a:off x="2616688" y="3345475"/>
              <a:ext cx="1897575" cy="833775"/>
            </a:xfrm>
            <a:custGeom>
              <a:avLst/>
              <a:gdLst/>
              <a:ahLst/>
              <a:cxnLst/>
              <a:rect l="l" t="t" r="r" b="b"/>
              <a:pathLst>
                <a:path w="75903" h="33351" extrusionOk="0">
                  <a:moveTo>
                    <a:pt x="0" y="1"/>
                  </a:moveTo>
                  <a:lnTo>
                    <a:pt x="0" y="989"/>
                  </a:lnTo>
                  <a:cubicBezTo>
                    <a:pt x="0" y="1108"/>
                    <a:pt x="72" y="1215"/>
                    <a:pt x="191" y="1275"/>
                  </a:cubicBezTo>
                  <a:lnTo>
                    <a:pt x="55472" y="33195"/>
                  </a:lnTo>
                  <a:cubicBezTo>
                    <a:pt x="55829" y="33350"/>
                    <a:pt x="56246" y="33338"/>
                    <a:pt x="56591" y="33148"/>
                  </a:cubicBezTo>
                  <a:lnTo>
                    <a:pt x="75629" y="22158"/>
                  </a:lnTo>
                  <a:cubicBezTo>
                    <a:pt x="75784" y="22087"/>
                    <a:pt x="75879" y="21944"/>
                    <a:pt x="75903" y="21789"/>
                  </a:cubicBezTo>
                  <a:lnTo>
                    <a:pt x="75903" y="2080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63;p15"/>
            <p:cNvSpPr/>
            <p:nvPr/>
          </p:nvSpPr>
          <p:spPr>
            <a:xfrm>
              <a:off x="2616388" y="3057550"/>
              <a:ext cx="1897875" cy="1095775"/>
            </a:xfrm>
            <a:custGeom>
              <a:avLst/>
              <a:gdLst/>
              <a:ahLst/>
              <a:cxnLst/>
              <a:rect l="l" t="t" r="r" b="b"/>
              <a:pathLst>
                <a:path w="75915" h="43831" extrusionOk="0">
                  <a:moveTo>
                    <a:pt x="19950" y="0"/>
                  </a:moveTo>
                  <a:cubicBezTo>
                    <a:pt x="19729" y="0"/>
                    <a:pt x="19496" y="55"/>
                    <a:pt x="19312" y="159"/>
                  </a:cubicBezTo>
                  <a:lnTo>
                    <a:pt x="274" y="11149"/>
                  </a:lnTo>
                  <a:cubicBezTo>
                    <a:pt x="120" y="11220"/>
                    <a:pt x="24" y="11351"/>
                    <a:pt x="0" y="11518"/>
                  </a:cubicBezTo>
                  <a:cubicBezTo>
                    <a:pt x="12" y="11637"/>
                    <a:pt x="84" y="11744"/>
                    <a:pt x="191" y="11804"/>
                  </a:cubicBezTo>
                  <a:lnTo>
                    <a:pt x="55484" y="43724"/>
                  </a:lnTo>
                  <a:cubicBezTo>
                    <a:pt x="55647" y="43795"/>
                    <a:pt x="55822" y="43831"/>
                    <a:pt x="55998" y="43831"/>
                  </a:cubicBezTo>
                  <a:cubicBezTo>
                    <a:pt x="56207" y="43831"/>
                    <a:pt x="56415" y="43780"/>
                    <a:pt x="56603" y="43677"/>
                  </a:cubicBezTo>
                  <a:lnTo>
                    <a:pt x="75641" y="32687"/>
                  </a:lnTo>
                  <a:cubicBezTo>
                    <a:pt x="75796" y="32616"/>
                    <a:pt x="75891" y="32485"/>
                    <a:pt x="75915" y="32318"/>
                  </a:cubicBezTo>
                  <a:cubicBezTo>
                    <a:pt x="75903" y="32199"/>
                    <a:pt x="75831" y="32080"/>
                    <a:pt x="75724" y="32032"/>
                  </a:cubicBezTo>
                  <a:lnTo>
                    <a:pt x="20432" y="112"/>
                  </a:lnTo>
                  <a:cubicBezTo>
                    <a:pt x="20303" y="37"/>
                    <a:pt x="20131" y="0"/>
                    <a:pt x="19950" y="0"/>
                  </a:cubicBez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 name="Google Shape;64;p15"/>
            <p:cNvSpPr/>
            <p:nvPr/>
          </p:nvSpPr>
          <p:spPr>
            <a:xfrm>
              <a:off x="2643763" y="3070150"/>
              <a:ext cx="1853825" cy="1070400"/>
            </a:xfrm>
            <a:custGeom>
              <a:avLst/>
              <a:gdLst/>
              <a:ahLst/>
              <a:cxnLst/>
              <a:rect l="l" t="t" r="r" b="b"/>
              <a:pathLst>
                <a:path w="74153" h="42816" extrusionOk="0">
                  <a:moveTo>
                    <a:pt x="54841" y="42732"/>
                  </a:moveTo>
                  <a:lnTo>
                    <a:pt x="156" y="11157"/>
                  </a:lnTo>
                  <a:cubicBezTo>
                    <a:pt x="1" y="11073"/>
                    <a:pt x="25" y="10931"/>
                    <a:pt x="191" y="10823"/>
                  </a:cubicBezTo>
                  <a:lnTo>
                    <a:pt x="18741" y="108"/>
                  </a:lnTo>
                  <a:cubicBezTo>
                    <a:pt x="18920" y="13"/>
                    <a:pt x="19134" y="1"/>
                    <a:pt x="19313" y="84"/>
                  </a:cubicBezTo>
                  <a:lnTo>
                    <a:pt x="74010" y="31671"/>
                  </a:lnTo>
                  <a:cubicBezTo>
                    <a:pt x="74153" y="31755"/>
                    <a:pt x="74129" y="31897"/>
                    <a:pt x="73962" y="31993"/>
                  </a:cubicBezTo>
                  <a:lnTo>
                    <a:pt x="55413" y="42708"/>
                  </a:lnTo>
                  <a:cubicBezTo>
                    <a:pt x="55234" y="42815"/>
                    <a:pt x="55020" y="42815"/>
                    <a:pt x="54841" y="42732"/>
                  </a:cubicBezTo>
                  <a:close/>
                </a:path>
              </a:pathLst>
            </a:cu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5" name="Google Shape;65;p15"/>
            <p:cNvGrpSpPr/>
            <p:nvPr/>
          </p:nvGrpSpPr>
          <p:grpSpPr>
            <a:xfrm>
              <a:off x="2723238" y="3123575"/>
              <a:ext cx="1675550" cy="965475"/>
              <a:chOff x="2723238" y="3123575"/>
              <a:chExt cx="1675550" cy="965475"/>
            </a:xfrm>
          </p:grpSpPr>
          <p:sp>
            <p:nvSpPr>
              <p:cNvPr id="66" name="Google Shape;66;p15"/>
              <p:cNvSpPr/>
              <p:nvPr/>
            </p:nvSpPr>
            <p:spPr>
              <a:xfrm>
                <a:off x="3065263" y="3123575"/>
                <a:ext cx="141100" cy="79225"/>
              </a:xfrm>
              <a:custGeom>
                <a:avLst/>
                <a:gdLst/>
                <a:ahLst/>
                <a:cxnLst/>
                <a:rect l="l" t="t" r="r" b="b"/>
                <a:pathLst>
                  <a:path w="5644" h="3169" extrusionOk="0">
                    <a:moveTo>
                      <a:pt x="2190" y="0"/>
                    </a:moveTo>
                    <a:cubicBezTo>
                      <a:pt x="2018" y="0"/>
                      <a:pt x="1846" y="42"/>
                      <a:pt x="1691" y="126"/>
                    </a:cubicBezTo>
                    <a:lnTo>
                      <a:pt x="310" y="924"/>
                    </a:lnTo>
                    <a:cubicBezTo>
                      <a:pt x="36" y="1090"/>
                      <a:pt x="0" y="1328"/>
                      <a:pt x="238" y="1459"/>
                    </a:cubicBezTo>
                    <a:lnTo>
                      <a:pt x="3036" y="3079"/>
                    </a:lnTo>
                    <a:cubicBezTo>
                      <a:pt x="3173" y="3139"/>
                      <a:pt x="3317" y="3169"/>
                      <a:pt x="3460" y="3169"/>
                    </a:cubicBezTo>
                    <a:cubicBezTo>
                      <a:pt x="3629" y="3169"/>
                      <a:pt x="3798" y="3127"/>
                      <a:pt x="3953" y="3043"/>
                    </a:cubicBezTo>
                    <a:lnTo>
                      <a:pt x="5346" y="2233"/>
                    </a:lnTo>
                    <a:cubicBezTo>
                      <a:pt x="5620" y="2067"/>
                      <a:pt x="5644" y="1828"/>
                      <a:pt x="5406" y="1697"/>
                    </a:cubicBezTo>
                    <a:lnTo>
                      <a:pt x="2619" y="90"/>
                    </a:lnTo>
                    <a:cubicBezTo>
                      <a:pt x="2483" y="30"/>
                      <a:pt x="2337" y="0"/>
                      <a:pt x="21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p15"/>
              <p:cNvSpPr/>
              <p:nvPr/>
            </p:nvSpPr>
            <p:spPr>
              <a:xfrm>
                <a:off x="3197713" y="3200100"/>
                <a:ext cx="141100" cy="79200"/>
              </a:xfrm>
              <a:custGeom>
                <a:avLst/>
                <a:gdLst/>
                <a:ahLst/>
                <a:cxnLst/>
                <a:rect l="l" t="t" r="r" b="b"/>
                <a:pathLst>
                  <a:path w="5644" h="3168" extrusionOk="0">
                    <a:moveTo>
                      <a:pt x="2199" y="0"/>
                    </a:moveTo>
                    <a:cubicBezTo>
                      <a:pt x="2023" y="0"/>
                      <a:pt x="1848" y="45"/>
                      <a:pt x="1691" y="137"/>
                    </a:cubicBezTo>
                    <a:lnTo>
                      <a:pt x="310" y="934"/>
                    </a:lnTo>
                    <a:cubicBezTo>
                      <a:pt x="36" y="1089"/>
                      <a:pt x="0" y="1327"/>
                      <a:pt x="239" y="1470"/>
                    </a:cubicBezTo>
                    <a:lnTo>
                      <a:pt x="3036" y="3077"/>
                    </a:lnTo>
                    <a:cubicBezTo>
                      <a:pt x="3173" y="3137"/>
                      <a:pt x="3317" y="3167"/>
                      <a:pt x="3460" y="3167"/>
                    </a:cubicBezTo>
                    <a:cubicBezTo>
                      <a:pt x="3630" y="3167"/>
                      <a:pt x="3798" y="3126"/>
                      <a:pt x="3953" y="3042"/>
                    </a:cubicBezTo>
                    <a:lnTo>
                      <a:pt x="5346" y="2244"/>
                    </a:lnTo>
                    <a:cubicBezTo>
                      <a:pt x="5620" y="2077"/>
                      <a:pt x="5644" y="1839"/>
                      <a:pt x="5406" y="1708"/>
                    </a:cubicBezTo>
                    <a:lnTo>
                      <a:pt x="2620" y="89"/>
                    </a:lnTo>
                    <a:cubicBezTo>
                      <a:pt x="2486" y="30"/>
                      <a:pt x="2342" y="0"/>
                      <a:pt x="2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68;p15"/>
              <p:cNvSpPr/>
              <p:nvPr/>
            </p:nvSpPr>
            <p:spPr>
              <a:xfrm>
                <a:off x="3330463" y="3276550"/>
                <a:ext cx="140825" cy="79075"/>
              </a:xfrm>
              <a:custGeom>
                <a:avLst/>
                <a:gdLst/>
                <a:ahLst/>
                <a:cxnLst/>
                <a:rect l="l" t="t" r="r" b="b"/>
                <a:pathLst>
                  <a:path w="5633" h="3163" extrusionOk="0">
                    <a:moveTo>
                      <a:pt x="2179" y="1"/>
                    </a:moveTo>
                    <a:cubicBezTo>
                      <a:pt x="2006" y="1"/>
                      <a:pt x="1834" y="43"/>
                      <a:pt x="1679" y="127"/>
                    </a:cubicBezTo>
                    <a:lnTo>
                      <a:pt x="298" y="924"/>
                    </a:lnTo>
                    <a:cubicBezTo>
                      <a:pt x="24" y="1091"/>
                      <a:pt x="1" y="1329"/>
                      <a:pt x="227" y="1460"/>
                    </a:cubicBezTo>
                    <a:lnTo>
                      <a:pt x="3025" y="3067"/>
                    </a:lnTo>
                    <a:cubicBezTo>
                      <a:pt x="3159" y="3132"/>
                      <a:pt x="3300" y="3162"/>
                      <a:pt x="3441" y="3162"/>
                    </a:cubicBezTo>
                    <a:cubicBezTo>
                      <a:pt x="3613" y="3162"/>
                      <a:pt x="3784" y="3117"/>
                      <a:pt x="3942" y="3032"/>
                    </a:cubicBezTo>
                    <a:lnTo>
                      <a:pt x="5335" y="2234"/>
                    </a:lnTo>
                    <a:cubicBezTo>
                      <a:pt x="5608" y="2079"/>
                      <a:pt x="5632" y="1841"/>
                      <a:pt x="5394" y="1698"/>
                    </a:cubicBezTo>
                    <a:lnTo>
                      <a:pt x="2608" y="91"/>
                    </a:lnTo>
                    <a:cubicBezTo>
                      <a:pt x="2472" y="31"/>
                      <a:pt x="2325" y="1"/>
                      <a:pt x="21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 name="Google Shape;69;p15"/>
              <p:cNvSpPr/>
              <p:nvPr/>
            </p:nvSpPr>
            <p:spPr>
              <a:xfrm>
                <a:off x="3462613" y="3353050"/>
                <a:ext cx="141125" cy="79075"/>
              </a:xfrm>
              <a:custGeom>
                <a:avLst/>
                <a:gdLst/>
                <a:ahLst/>
                <a:cxnLst/>
                <a:rect l="l" t="t" r="r" b="b"/>
                <a:pathLst>
                  <a:path w="5645" h="3163" extrusionOk="0">
                    <a:moveTo>
                      <a:pt x="2191" y="1"/>
                    </a:moveTo>
                    <a:cubicBezTo>
                      <a:pt x="2019" y="1"/>
                      <a:pt x="1846" y="43"/>
                      <a:pt x="1692" y="127"/>
                    </a:cubicBezTo>
                    <a:lnTo>
                      <a:pt x="311" y="924"/>
                    </a:lnTo>
                    <a:cubicBezTo>
                      <a:pt x="37" y="1091"/>
                      <a:pt x="1" y="1329"/>
                      <a:pt x="239" y="1460"/>
                    </a:cubicBezTo>
                    <a:lnTo>
                      <a:pt x="3037" y="3067"/>
                    </a:lnTo>
                    <a:cubicBezTo>
                      <a:pt x="3171" y="3132"/>
                      <a:pt x="3315" y="3162"/>
                      <a:pt x="3458" y="3162"/>
                    </a:cubicBezTo>
                    <a:cubicBezTo>
                      <a:pt x="3634" y="3162"/>
                      <a:pt x="3809" y="3117"/>
                      <a:pt x="3966" y="3032"/>
                    </a:cubicBezTo>
                    <a:lnTo>
                      <a:pt x="5347" y="2234"/>
                    </a:lnTo>
                    <a:cubicBezTo>
                      <a:pt x="5609" y="2079"/>
                      <a:pt x="5645" y="1841"/>
                      <a:pt x="5406" y="1698"/>
                    </a:cubicBezTo>
                    <a:lnTo>
                      <a:pt x="2620" y="91"/>
                    </a:lnTo>
                    <a:cubicBezTo>
                      <a:pt x="2484" y="31"/>
                      <a:pt x="2337" y="1"/>
                      <a:pt x="21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 name="Google Shape;70;p15"/>
              <p:cNvSpPr/>
              <p:nvPr/>
            </p:nvSpPr>
            <p:spPr>
              <a:xfrm>
                <a:off x="3595388" y="3429425"/>
                <a:ext cx="140800" cy="79200"/>
              </a:xfrm>
              <a:custGeom>
                <a:avLst/>
                <a:gdLst/>
                <a:ahLst/>
                <a:cxnLst/>
                <a:rect l="l" t="t" r="r" b="b"/>
                <a:pathLst>
                  <a:path w="5632" h="3168" extrusionOk="0">
                    <a:moveTo>
                      <a:pt x="2187" y="1"/>
                    </a:moveTo>
                    <a:cubicBezTo>
                      <a:pt x="2013" y="1"/>
                      <a:pt x="1841" y="46"/>
                      <a:pt x="1691" y="131"/>
                    </a:cubicBezTo>
                    <a:lnTo>
                      <a:pt x="298" y="929"/>
                    </a:lnTo>
                    <a:cubicBezTo>
                      <a:pt x="24" y="1096"/>
                      <a:pt x="0" y="1334"/>
                      <a:pt x="238" y="1465"/>
                    </a:cubicBezTo>
                    <a:lnTo>
                      <a:pt x="3024" y="3072"/>
                    </a:lnTo>
                    <a:cubicBezTo>
                      <a:pt x="3158" y="3137"/>
                      <a:pt x="3302" y="3167"/>
                      <a:pt x="3446" y="3167"/>
                    </a:cubicBezTo>
                    <a:cubicBezTo>
                      <a:pt x="3621" y="3167"/>
                      <a:pt x="3796" y="3122"/>
                      <a:pt x="3953" y="3037"/>
                    </a:cubicBezTo>
                    <a:lnTo>
                      <a:pt x="5334" y="2239"/>
                    </a:lnTo>
                    <a:cubicBezTo>
                      <a:pt x="5608" y="2084"/>
                      <a:pt x="5632" y="1846"/>
                      <a:pt x="5406" y="1703"/>
                    </a:cubicBezTo>
                    <a:lnTo>
                      <a:pt x="2608" y="96"/>
                    </a:lnTo>
                    <a:cubicBezTo>
                      <a:pt x="2474" y="31"/>
                      <a:pt x="2330" y="1"/>
                      <a:pt x="21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 name="Google Shape;71;p15"/>
              <p:cNvSpPr/>
              <p:nvPr/>
            </p:nvSpPr>
            <p:spPr>
              <a:xfrm>
                <a:off x="3727838" y="3505775"/>
                <a:ext cx="141100" cy="79325"/>
              </a:xfrm>
              <a:custGeom>
                <a:avLst/>
                <a:gdLst/>
                <a:ahLst/>
                <a:cxnLst/>
                <a:rect l="l" t="t" r="r" b="b"/>
                <a:pathLst>
                  <a:path w="5644" h="3173" extrusionOk="0">
                    <a:moveTo>
                      <a:pt x="2188" y="1"/>
                    </a:moveTo>
                    <a:cubicBezTo>
                      <a:pt x="2014" y="1"/>
                      <a:pt x="1842" y="46"/>
                      <a:pt x="1691" y="137"/>
                    </a:cubicBezTo>
                    <a:lnTo>
                      <a:pt x="298" y="935"/>
                    </a:lnTo>
                    <a:cubicBezTo>
                      <a:pt x="24" y="1090"/>
                      <a:pt x="0" y="1328"/>
                      <a:pt x="239" y="1471"/>
                    </a:cubicBezTo>
                    <a:lnTo>
                      <a:pt x="3025" y="3078"/>
                    </a:lnTo>
                    <a:cubicBezTo>
                      <a:pt x="3159" y="3142"/>
                      <a:pt x="3302" y="3173"/>
                      <a:pt x="3446" y="3173"/>
                    </a:cubicBezTo>
                    <a:cubicBezTo>
                      <a:pt x="3621" y="3173"/>
                      <a:pt x="3796" y="3128"/>
                      <a:pt x="3953" y="3042"/>
                    </a:cubicBezTo>
                    <a:lnTo>
                      <a:pt x="5334" y="2245"/>
                    </a:lnTo>
                    <a:cubicBezTo>
                      <a:pt x="5608" y="2090"/>
                      <a:pt x="5644" y="1852"/>
                      <a:pt x="5406" y="1709"/>
                    </a:cubicBezTo>
                    <a:lnTo>
                      <a:pt x="2608" y="90"/>
                    </a:lnTo>
                    <a:cubicBezTo>
                      <a:pt x="2474" y="31"/>
                      <a:pt x="2330" y="1"/>
                      <a:pt x="21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72;p15"/>
              <p:cNvSpPr/>
              <p:nvPr/>
            </p:nvSpPr>
            <p:spPr>
              <a:xfrm>
                <a:off x="3860288" y="3582425"/>
                <a:ext cx="141125" cy="79175"/>
              </a:xfrm>
              <a:custGeom>
                <a:avLst/>
                <a:gdLst/>
                <a:ahLst/>
                <a:cxnLst/>
                <a:rect l="l" t="t" r="r" b="b"/>
                <a:pathLst>
                  <a:path w="5645" h="3167" extrusionOk="0">
                    <a:moveTo>
                      <a:pt x="2188" y="1"/>
                    </a:moveTo>
                    <a:cubicBezTo>
                      <a:pt x="2014" y="1"/>
                      <a:pt x="1842" y="46"/>
                      <a:pt x="1691" y="131"/>
                    </a:cubicBezTo>
                    <a:lnTo>
                      <a:pt x="298" y="929"/>
                    </a:lnTo>
                    <a:cubicBezTo>
                      <a:pt x="25" y="1084"/>
                      <a:pt x="1" y="1322"/>
                      <a:pt x="239" y="1465"/>
                    </a:cubicBezTo>
                    <a:lnTo>
                      <a:pt x="3025" y="3072"/>
                    </a:lnTo>
                    <a:cubicBezTo>
                      <a:pt x="3159" y="3136"/>
                      <a:pt x="3303" y="3167"/>
                      <a:pt x="3446" y="3167"/>
                    </a:cubicBezTo>
                    <a:cubicBezTo>
                      <a:pt x="3621" y="3167"/>
                      <a:pt x="3796" y="3121"/>
                      <a:pt x="3954" y="3036"/>
                    </a:cubicBezTo>
                    <a:lnTo>
                      <a:pt x="5335" y="2239"/>
                    </a:lnTo>
                    <a:cubicBezTo>
                      <a:pt x="5609" y="2084"/>
                      <a:pt x="5644" y="1846"/>
                      <a:pt x="5406" y="1703"/>
                    </a:cubicBezTo>
                    <a:lnTo>
                      <a:pt x="2608" y="95"/>
                    </a:lnTo>
                    <a:cubicBezTo>
                      <a:pt x="2474" y="31"/>
                      <a:pt x="2330" y="1"/>
                      <a:pt x="21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73;p15"/>
              <p:cNvSpPr/>
              <p:nvPr/>
            </p:nvSpPr>
            <p:spPr>
              <a:xfrm>
                <a:off x="3992738" y="3658925"/>
                <a:ext cx="141125" cy="79175"/>
              </a:xfrm>
              <a:custGeom>
                <a:avLst/>
                <a:gdLst/>
                <a:ahLst/>
                <a:cxnLst/>
                <a:rect l="l" t="t" r="r" b="b"/>
                <a:pathLst>
                  <a:path w="5645" h="3167" extrusionOk="0">
                    <a:moveTo>
                      <a:pt x="2192" y="1"/>
                    </a:moveTo>
                    <a:cubicBezTo>
                      <a:pt x="2020" y="1"/>
                      <a:pt x="1849" y="46"/>
                      <a:pt x="1692" y="131"/>
                    </a:cubicBezTo>
                    <a:lnTo>
                      <a:pt x="299" y="929"/>
                    </a:lnTo>
                    <a:cubicBezTo>
                      <a:pt x="25" y="1084"/>
                      <a:pt x="1" y="1322"/>
                      <a:pt x="239" y="1465"/>
                    </a:cubicBezTo>
                    <a:lnTo>
                      <a:pt x="3025" y="3072"/>
                    </a:lnTo>
                    <a:cubicBezTo>
                      <a:pt x="3159" y="3136"/>
                      <a:pt x="3303" y="3167"/>
                      <a:pt x="3446" y="3167"/>
                    </a:cubicBezTo>
                    <a:cubicBezTo>
                      <a:pt x="3622" y="3167"/>
                      <a:pt x="3797" y="3121"/>
                      <a:pt x="3954" y="3036"/>
                    </a:cubicBezTo>
                    <a:lnTo>
                      <a:pt x="5335" y="2239"/>
                    </a:lnTo>
                    <a:cubicBezTo>
                      <a:pt x="5609" y="2084"/>
                      <a:pt x="5645" y="1834"/>
                      <a:pt x="5406" y="1703"/>
                    </a:cubicBezTo>
                    <a:lnTo>
                      <a:pt x="2608" y="95"/>
                    </a:lnTo>
                    <a:cubicBezTo>
                      <a:pt x="2474" y="31"/>
                      <a:pt x="2333" y="1"/>
                      <a:pt x="21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 name="Google Shape;74;p15"/>
              <p:cNvSpPr/>
              <p:nvPr/>
            </p:nvSpPr>
            <p:spPr>
              <a:xfrm>
                <a:off x="4125213" y="3735425"/>
                <a:ext cx="141100" cy="79050"/>
              </a:xfrm>
              <a:custGeom>
                <a:avLst/>
                <a:gdLst/>
                <a:ahLst/>
                <a:cxnLst/>
                <a:rect l="l" t="t" r="r" b="b"/>
                <a:pathLst>
                  <a:path w="5644" h="3162" extrusionOk="0">
                    <a:moveTo>
                      <a:pt x="2192" y="0"/>
                    </a:moveTo>
                    <a:cubicBezTo>
                      <a:pt x="2019" y="0"/>
                      <a:pt x="1848" y="46"/>
                      <a:pt x="1691" y="131"/>
                    </a:cubicBezTo>
                    <a:lnTo>
                      <a:pt x="298" y="929"/>
                    </a:lnTo>
                    <a:cubicBezTo>
                      <a:pt x="36" y="1084"/>
                      <a:pt x="0" y="1322"/>
                      <a:pt x="238" y="1464"/>
                    </a:cubicBezTo>
                    <a:lnTo>
                      <a:pt x="3024" y="3072"/>
                    </a:lnTo>
                    <a:cubicBezTo>
                      <a:pt x="3161" y="3132"/>
                      <a:pt x="3307" y="3162"/>
                      <a:pt x="3453" y="3162"/>
                    </a:cubicBezTo>
                    <a:cubicBezTo>
                      <a:pt x="3626" y="3162"/>
                      <a:pt x="3798" y="3120"/>
                      <a:pt x="3953" y="3036"/>
                    </a:cubicBezTo>
                    <a:lnTo>
                      <a:pt x="5334" y="2238"/>
                    </a:lnTo>
                    <a:cubicBezTo>
                      <a:pt x="5608" y="2084"/>
                      <a:pt x="5644" y="1845"/>
                      <a:pt x="5406" y="1703"/>
                    </a:cubicBezTo>
                    <a:lnTo>
                      <a:pt x="2608" y="95"/>
                    </a:lnTo>
                    <a:cubicBezTo>
                      <a:pt x="2474" y="31"/>
                      <a:pt x="2332" y="0"/>
                      <a:pt x="2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 name="Google Shape;75;p15"/>
              <p:cNvSpPr/>
              <p:nvPr/>
            </p:nvSpPr>
            <p:spPr>
              <a:xfrm>
                <a:off x="4257663" y="3811925"/>
                <a:ext cx="141125" cy="79050"/>
              </a:xfrm>
              <a:custGeom>
                <a:avLst/>
                <a:gdLst/>
                <a:ahLst/>
                <a:cxnLst/>
                <a:rect l="l" t="t" r="r" b="b"/>
                <a:pathLst>
                  <a:path w="5645" h="3162" extrusionOk="0">
                    <a:moveTo>
                      <a:pt x="2192" y="0"/>
                    </a:moveTo>
                    <a:cubicBezTo>
                      <a:pt x="2020" y="0"/>
                      <a:pt x="1848" y="46"/>
                      <a:pt x="1691" y="131"/>
                    </a:cubicBezTo>
                    <a:lnTo>
                      <a:pt x="310" y="929"/>
                    </a:lnTo>
                    <a:cubicBezTo>
                      <a:pt x="36" y="1083"/>
                      <a:pt x="1" y="1322"/>
                      <a:pt x="239" y="1464"/>
                    </a:cubicBezTo>
                    <a:lnTo>
                      <a:pt x="3037" y="3072"/>
                    </a:lnTo>
                    <a:cubicBezTo>
                      <a:pt x="3168" y="3132"/>
                      <a:pt x="3311" y="3162"/>
                      <a:pt x="3456" y="3162"/>
                    </a:cubicBezTo>
                    <a:cubicBezTo>
                      <a:pt x="3626" y="3162"/>
                      <a:pt x="3799" y="3120"/>
                      <a:pt x="3953" y="3036"/>
                    </a:cubicBezTo>
                    <a:lnTo>
                      <a:pt x="5335" y="2226"/>
                    </a:lnTo>
                    <a:cubicBezTo>
                      <a:pt x="5608" y="2072"/>
                      <a:pt x="5644" y="1833"/>
                      <a:pt x="5406" y="1703"/>
                    </a:cubicBezTo>
                    <a:lnTo>
                      <a:pt x="2608" y="95"/>
                    </a:lnTo>
                    <a:cubicBezTo>
                      <a:pt x="2474" y="31"/>
                      <a:pt x="2333" y="0"/>
                      <a:pt x="21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 name="Google Shape;76;p15"/>
              <p:cNvSpPr/>
              <p:nvPr/>
            </p:nvSpPr>
            <p:spPr>
              <a:xfrm>
                <a:off x="2968213" y="3176425"/>
                <a:ext cx="145575" cy="82925"/>
              </a:xfrm>
              <a:custGeom>
                <a:avLst/>
                <a:gdLst/>
                <a:ahLst/>
                <a:cxnLst/>
                <a:rect l="l" t="t" r="r" b="b"/>
                <a:pathLst>
                  <a:path w="5823" h="3317" extrusionOk="0">
                    <a:moveTo>
                      <a:pt x="2286" y="1"/>
                    </a:moveTo>
                    <a:cubicBezTo>
                      <a:pt x="2193" y="1"/>
                      <a:pt x="2099" y="25"/>
                      <a:pt x="2013" y="72"/>
                    </a:cubicBezTo>
                    <a:lnTo>
                      <a:pt x="155" y="1143"/>
                    </a:lnTo>
                    <a:cubicBezTo>
                      <a:pt x="13" y="1226"/>
                      <a:pt x="1" y="1346"/>
                      <a:pt x="120" y="1417"/>
                    </a:cubicBezTo>
                    <a:lnTo>
                      <a:pt x="3323" y="3274"/>
                    </a:lnTo>
                    <a:cubicBezTo>
                      <a:pt x="3393" y="3302"/>
                      <a:pt x="3469" y="3316"/>
                      <a:pt x="3546" y="3316"/>
                    </a:cubicBezTo>
                    <a:cubicBezTo>
                      <a:pt x="3636" y="3316"/>
                      <a:pt x="3727" y="3296"/>
                      <a:pt x="3811" y="3251"/>
                    </a:cubicBezTo>
                    <a:lnTo>
                      <a:pt x="5668" y="2179"/>
                    </a:lnTo>
                    <a:cubicBezTo>
                      <a:pt x="5811" y="2096"/>
                      <a:pt x="5823" y="1965"/>
                      <a:pt x="5704" y="1893"/>
                    </a:cubicBezTo>
                    <a:lnTo>
                      <a:pt x="2501" y="48"/>
                    </a:lnTo>
                    <a:cubicBezTo>
                      <a:pt x="2432" y="16"/>
                      <a:pt x="2359" y="1"/>
                      <a:pt x="2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 name="Google Shape;77;p15"/>
              <p:cNvSpPr/>
              <p:nvPr/>
            </p:nvSpPr>
            <p:spPr>
              <a:xfrm>
                <a:off x="2886963" y="3223950"/>
                <a:ext cx="201225" cy="114625"/>
              </a:xfrm>
              <a:custGeom>
                <a:avLst/>
                <a:gdLst/>
                <a:ahLst/>
                <a:cxnLst/>
                <a:rect l="l" t="t" r="r" b="b"/>
                <a:pathLst>
                  <a:path w="8049" h="4585" extrusionOk="0">
                    <a:moveTo>
                      <a:pt x="2260" y="1"/>
                    </a:moveTo>
                    <a:cubicBezTo>
                      <a:pt x="2155" y="1"/>
                      <a:pt x="2049" y="25"/>
                      <a:pt x="1953" y="76"/>
                    </a:cubicBezTo>
                    <a:lnTo>
                      <a:pt x="191" y="1100"/>
                    </a:lnTo>
                    <a:cubicBezTo>
                      <a:pt x="24" y="1195"/>
                      <a:pt x="0" y="1338"/>
                      <a:pt x="155" y="1433"/>
                    </a:cubicBezTo>
                    <a:lnTo>
                      <a:pt x="5525" y="4529"/>
                    </a:lnTo>
                    <a:cubicBezTo>
                      <a:pt x="5605" y="4566"/>
                      <a:pt x="5693" y="4584"/>
                      <a:pt x="5780" y="4584"/>
                    </a:cubicBezTo>
                    <a:cubicBezTo>
                      <a:pt x="5887" y="4584"/>
                      <a:pt x="5993" y="4557"/>
                      <a:pt x="6084" y="4505"/>
                    </a:cubicBezTo>
                    <a:lnTo>
                      <a:pt x="7858" y="3481"/>
                    </a:lnTo>
                    <a:cubicBezTo>
                      <a:pt x="8025" y="3386"/>
                      <a:pt x="8049" y="3243"/>
                      <a:pt x="7894" y="3159"/>
                    </a:cubicBezTo>
                    <a:lnTo>
                      <a:pt x="2524" y="52"/>
                    </a:lnTo>
                    <a:cubicBezTo>
                      <a:pt x="2441" y="19"/>
                      <a:pt x="2351" y="1"/>
                      <a:pt x="22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 name="Google Shape;78;p15"/>
              <p:cNvSpPr/>
              <p:nvPr/>
            </p:nvSpPr>
            <p:spPr>
              <a:xfrm>
                <a:off x="2805688" y="3271075"/>
                <a:ext cx="217325" cy="124050"/>
              </a:xfrm>
              <a:custGeom>
                <a:avLst/>
                <a:gdLst/>
                <a:ahLst/>
                <a:cxnLst/>
                <a:rect l="l" t="t" r="r" b="b"/>
                <a:pathLst>
                  <a:path w="8693" h="4962" extrusionOk="0">
                    <a:moveTo>
                      <a:pt x="2248" y="0"/>
                    </a:moveTo>
                    <a:cubicBezTo>
                      <a:pt x="2141" y="0"/>
                      <a:pt x="2036" y="27"/>
                      <a:pt x="1942" y="84"/>
                    </a:cubicBezTo>
                    <a:lnTo>
                      <a:pt x="191" y="1096"/>
                    </a:lnTo>
                    <a:cubicBezTo>
                      <a:pt x="13" y="1191"/>
                      <a:pt x="1" y="1346"/>
                      <a:pt x="144" y="1429"/>
                    </a:cubicBezTo>
                    <a:lnTo>
                      <a:pt x="6168" y="4906"/>
                    </a:lnTo>
                    <a:cubicBezTo>
                      <a:pt x="6254" y="4943"/>
                      <a:pt x="6345" y="4961"/>
                      <a:pt x="6435" y="4961"/>
                    </a:cubicBezTo>
                    <a:cubicBezTo>
                      <a:pt x="6544" y="4961"/>
                      <a:pt x="6653" y="4934"/>
                      <a:pt x="6752" y="4882"/>
                    </a:cubicBezTo>
                    <a:lnTo>
                      <a:pt x="8502" y="3882"/>
                    </a:lnTo>
                    <a:cubicBezTo>
                      <a:pt x="8669" y="3775"/>
                      <a:pt x="8692" y="3620"/>
                      <a:pt x="8538" y="3536"/>
                    </a:cubicBezTo>
                    <a:lnTo>
                      <a:pt x="2525" y="60"/>
                    </a:lnTo>
                    <a:cubicBezTo>
                      <a:pt x="2436" y="21"/>
                      <a:pt x="2341" y="0"/>
                      <a:pt x="22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 name="Google Shape;79;p15"/>
              <p:cNvSpPr/>
              <p:nvPr/>
            </p:nvSpPr>
            <p:spPr>
              <a:xfrm>
                <a:off x="4160638" y="3864775"/>
                <a:ext cx="145575" cy="82900"/>
              </a:xfrm>
              <a:custGeom>
                <a:avLst/>
                <a:gdLst/>
                <a:ahLst/>
                <a:cxnLst/>
                <a:rect l="l" t="t" r="r" b="b"/>
                <a:pathLst>
                  <a:path w="5823" h="3316" extrusionOk="0">
                    <a:moveTo>
                      <a:pt x="2255" y="1"/>
                    </a:moveTo>
                    <a:cubicBezTo>
                      <a:pt x="2170" y="1"/>
                      <a:pt x="2086" y="21"/>
                      <a:pt x="2012" y="65"/>
                    </a:cubicBezTo>
                    <a:lnTo>
                      <a:pt x="155" y="1148"/>
                    </a:lnTo>
                    <a:cubicBezTo>
                      <a:pt x="12" y="1220"/>
                      <a:pt x="0" y="1351"/>
                      <a:pt x="119" y="1422"/>
                    </a:cubicBezTo>
                    <a:lnTo>
                      <a:pt x="3322" y="3268"/>
                    </a:lnTo>
                    <a:cubicBezTo>
                      <a:pt x="3393" y="3300"/>
                      <a:pt x="3469" y="3316"/>
                      <a:pt x="3544" y="3316"/>
                    </a:cubicBezTo>
                    <a:cubicBezTo>
                      <a:pt x="3633" y="3316"/>
                      <a:pt x="3721" y="3294"/>
                      <a:pt x="3798" y="3256"/>
                    </a:cubicBezTo>
                    <a:lnTo>
                      <a:pt x="5667" y="2172"/>
                    </a:lnTo>
                    <a:cubicBezTo>
                      <a:pt x="5810" y="2089"/>
                      <a:pt x="5822" y="1970"/>
                      <a:pt x="5691" y="1898"/>
                    </a:cubicBezTo>
                    <a:lnTo>
                      <a:pt x="2489" y="53"/>
                    </a:lnTo>
                    <a:cubicBezTo>
                      <a:pt x="2414" y="19"/>
                      <a:pt x="2334" y="1"/>
                      <a:pt x="22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80;p15"/>
              <p:cNvSpPr/>
              <p:nvPr/>
            </p:nvSpPr>
            <p:spPr>
              <a:xfrm>
                <a:off x="4023113" y="3879875"/>
                <a:ext cx="200950" cy="114525"/>
              </a:xfrm>
              <a:custGeom>
                <a:avLst/>
                <a:gdLst/>
                <a:ahLst/>
                <a:cxnLst/>
                <a:rect l="l" t="t" r="r" b="b"/>
                <a:pathLst>
                  <a:path w="8038" h="4581" extrusionOk="0">
                    <a:moveTo>
                      <a:pt x="2268" y="0"/>
                    </a:moveTo>
                    <a:cubicBezTo>
                      <a:pt x="2160" y="0"/>
                      <a:pt x="2051" y="28"/>
                      <a:pt x="1953" y="80"/>
                    </a:cubicBezTo>
                    <a:lnTo>
                      <a:pt x="191" y="1092"/>
                    </a:lnTo>
                    <a:cubicBezTo>
                      <a:pt x="24" y="1199"/>
                      <a:pt x="0" y="1342"/>
                      <a:pt x="143" y="1425"/>
                    </a:cubicBezTo>
                    <a:lnTo>
                      <a:pt x="5513" y="4521"/>
                    </a:lnTo>
                    <a:cubicBezTo>
                      <a:pt x="5597" y="4560"/>
                      <a:pt x="5688" y="4581"/>
                      <a:pt x="5780" y="4581"/>
                    </a:cubicBezTo>
                    <a:cubicBezTo>
                      <a:pt x="5885" y="4581"/>
                      <a:pt x="5990" y="4554"/>
                      <a:pt x="6085" y="4497"/>
                    </a:cubicBezTo>
                    <a:lnTo>
                      <a:pt x="7847" y="3485"/>
                    </a:lnTo>
                    <a:cubicBezTo>
                      <a:pt x="8013" y="3390"/>
                      <a:pt x="8037" y="3235"/>
                      <a:pt x="7882" y="3152"/>
                    </a:cubicBezTo>
                    <a:lnTo>
                      <a:pt x="2525" y="56"/>
                    </a:lnTo>
                    <a:cubicBezTo>
                      <a:pt x="2444" y="19"/>
                      <a:pt x="2357" y="0"/>
                      <a:pt x="22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 name="Google Shape;81;p15"/>
              <p:cNvSpPr/>
              <p:nvPr/>
            </p:nvSpPr>
            <p:spPr>
              <a:xfrm>
                <a:off x="3925188" y="3917450"/>
                <a:ext cx="217300" cy="123975"/>
              </a:xfrm>
              <a:custGeom>
                <a:avLst/>
                <a:gdLst/>
                <a:ahLst/>
                <a:cxnLst/>
                <a:rect l="l" t="t" r="r" b="b"/>
                <a:pathLst>
                  <a:path w="8692" h="4959" extrusionOk="0">
                    <a:moveTo>
                      <a:pt x="2253" y="1"/>
                    </a:moveTo>
                    <a:cubicBezTo>
                      <a:pt x="2143" y="1"/>
                      <a:pt x="2033" y="31"/>
                      <a:pt x="1929" y="89"/>
                    </a:cubicBezTo>
                    <a:lnTo>
                      <a:pt x="191" y="1089"/>
                    </a:lnTo>
                    <a:cubicBezTo>
                      <a:pt x="12" y="1184"/>
                      <a:pt x="0" y="1351"/>
                      <a:pt x="143" y="1422"/>
                    </a:cubicBezTo>
                    <a:lnTo>
                      <a:pt x="6168" y="4899"/>
                    </a:lnTo>
                    <a:cubicBezTo>
                      <a:pt x="6257" y="4938"/>
                      <a:pt x="6351" y="4959"/>
                      <a:pt x="6445" y="4959"/>
                    </a:cubicBezTo>
                    <a:cubicBezTo>
                      <a:pt x="6551" y="4959"/>
                      <a:pt x="6656" y="4932"/>
                      <a:pt x="6751" y="4875"/>
                    </a:cubicBezTo>
                    <a:lnTo>
                      <a:pt x="8501" y="3875"/>
                    </a:lnTo>
                    <a:cubicBezTo>
                      <a:pt x="8668" y="3780"/>
                      <a:pt x="8692" y="3625"/>
                      <a:pt x="8537" y="3542"/>
                    </a:cubicBezTo>
                    <a:lnTo>
                      <a:pt x="2524" y="65"/>
                    </a:lnTo>
                    <a:cubicBezTo>
                      <a:pt x="2438" y="22"/>
                      <a:pt x="2346" y="1"/>
                      <a:pt x="22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 name="Google Shape;82;p15"/>
              <p:cNvSpPr/>
              <p:nvPr/>
            </p:nvSpPr>
            <p:spPr>
              <a:xfrm>
                <a:off x="2723238" y="3317650"/>
                <a:ext cx="145875" cy="82975"/>
              </a:xfrm>
              <a:custGeom>
                <a:avLst/>
                <a:gdLst/>
                <a:ahLst/>
                <a:cxnLst/>
                <a:rect l="l" t="t" r="r" b="b"/>
                <a:pathLst>
                  <a:path w="5835" h="3319" extrusionOk="0">
                    <a:moveTo>
                      <a:pt x="2284" y="0"/>
                    </a:moveTo>
                    <a:cubicBezTo>
                      <a:pt x="2201" y="0"/>
                      <a:pt x="2120" y="21"/>
                      <a:pt x="2049" y="66"/>
                    </a:cubicBezTo>
                    <a:lnTo>
                      <a:pt x="156" y="1150"/>
                    </a:lnTo>
                    <a:cubicBezTo>
                      <a:pt x="25" y="1233"/>
                      <a:pt x="1" y="1352"/>
                      <a:pt x="120" y="1412"/>
                    </a:cubicBezTo>
                    <a:lnTo>
                      <a:pt x="3346" y="3281"/>
                    </a:lnTo>
                    <a:cubicBezTo>
                      <a:pt x="3408" y="3307"/>
                      <a:pt x="3474" y="3319"/>
                      <a:pt x="3541" y="3319"/>
                    </a:cubicBezTo>
                    <a:cubicBezTo>
                      <a:pt x="3629" y="3319"/>
                      <a:pt x="3718" y="3298"/>
                      <a:pt x="3799" y="3257"/>
                    </a:cubicBezTo>
                    <a:lnTo>
                      <a:pt x="5680" y="2174"/>
                    </a:lnTo>
                    <a:cubicBezTo>
                      <a:pt x="5823" y="2090"/>
                      <a:pt x="5835" y="1971"/>
                      <a:pt x="5716" y="1912"/>
                    </a:cubicBezTo>
                    <a:lnTo>
                      <a:pt x="2489" y="42"/>
                    </a:lnTo>
                    <a:cubicBezTo>
                      <a:pt x="2424" y="15"/>
                      <a:pt x="2353" y="0"/>
                      <a:pt x="22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 name="Google Shape;83;p15"/>
              <p:cNvSpPr/>
              <p:nvPr/>
            </p:nvSpPr>
            <p:spPr>
              <a:xfrm>
                <a:off x="2829513" y="3378950"/>
                <a:ext cx="145875" cy="83100"/>
              </a:xfrm>
              <a:custGeom>
                <a:avLst/>
                <a:gdLst/>
                <a:ahLst/>
                <a:cxnLst/>
                <a:rect l="l" t="t" r="r" b="b"/>
                <a:pathLst>
                  <a:path w="5835" h="3324" extrusionOk="0">
                    <a:moveTo>
                      <a:pt x="2289" y="1"/>
                    </a:moveTo>
                    <a:cubicBezTo>
                      <a:pt x="2207" y="1"/>
                      <a:pt x="2126" y="22"/>
                      <a:pt x="2048" y="67"/>
                    </a:cubicBezTo>
                    <a:lnTo>
                      <a:pt x="155" y="1150"/>
                    </a:lnTo>
                    <a:cubicBezTo>
                      <a:pt x="24" y="1234"/>
                      <a:pt x="0" y="1353"/>
                      <a:pt x="119" y="1412"/>
                    </a:cubicBezTo>
                    <a:lnTo>
                      <a:pt x="3346" y="3281"/>
                    </a:lnTo>
                    <a:cubicBezTo>
                      <a:pt x="3411" y="3309"/>
                      <a:pt x="3484" y="3324"/>
                      <a:pt x="3557" y="3324"/>
                    </a:cubicBezTo>
                    <a:cubicBezTo>
                      <a:pt x="3642" y="3324"/>
                      <a:pt x="3727" y="3303"/>
                      <a:pt x="3798" y="3258"/>
                    </a:cubicBezTo>
                    <a:lnTo>
                      <a:pt x="5692" y="2174"/>
                    </a:lnTo>
                    <a:cubicBezTo>
                      <a:pt x="5823" y="2091"/>
                      <a:pt x="5834" y="1972"/>
                      <a:pt x="5727" y="1912"/>
                    </a:cubicBezTo>
                    <a:lnTo>
                      <a:pt x="2501" y="43"/>
                    </a:lnTo>
                    <a:cubicBezTo>
                      <a:pt x="2430" y="16"/>
                      <a:pt x="2359" y="1"/>
                      <a:pt x="22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 name="Google Shape;84;p15"/>
              <p:cNvSpPr/>
              <p:nvPr/>
            </p:nvSpPr>
            <p:spPr>
              <a:xfrm>
                <a:off x="2935763" y="3440275"/>
                <a:ext cx="145875" cy="83100"/>
              </a:xfrm>
              <a:custGeom>
                <a:avLst/>
                <a:gdLst/>
                <a:ahLst/>
                <a:cxnLst/>
                <a:rect l="l" t="t" r="r" b="b"/>
                <a:pathLst>
                  <a:path w="5835" h="3324" extrusionOk="0">
                    <a:moveTo>
                      <a:pt x="2284" y="1"/>
                    </a:moveTo>
                    <a:cubicBezTo>
                      <a:pt x="2201" y="1"/>
                      <a:pt x="2120" y="21"/>
                      <a:pt x="2049" y="66"/>
                    </a:cubicBezTo>
                    <a:lnTo>
                      <a:pt x="156" y="1150"/>
                    </a:lnTo>
                    <a:cubicBezTo>
                      <a:pt x="25" y="1233"/>
                      <a:pt x="1" y="1352"/>
                      <a:pt x="120" y="1412"/>
                    </a:cubicBezTo>
                    <a:lnTo>
                      <a:pt x="3347" y="3281"/>
                    </a:lnTo>
                    <a:cubicBezTo>
                      <a:pt x="3412" y="3308"/>
                      <a:pt x="3482" y="3323"/>
                      <a:pt x="3553" y="3323"/>
                    </a:cubicBezTo>
                    <a:cubicBezTo>
                      <a:pt x="3637" y="3323"/>
                      <a:pt x="3722" y="3303"/>
                      <a:pt x="3799" y="3257"/>
                    </a:cubicBezTo>
                    <a:lnTo>
                      <a:pt x="5692" y="2174"/>
                    </a:lnTo>
                    <a:cubicBezTo>
                      <a:pt x="5823" y="2091"/>
                      <a:pt x="5835" y="1971"/>
                      <a:pt x="5716" y="1912"/>
                    </a:cubicBezTo>
                    <a:lnTo>
                      <a:pt x="2489" y="43"/>
                    </a:lnTo>
                    <a:cubicBezTo>
                      <a:pt x="2424" y="15"/>
                      <a:pt x="2353" y="1"/>
                      <a:pt x="22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 name="Google Shape;85;p15"/>
              <p:cNvSpPr/>
              <p:nvPr/>
            </p:nvSpPr>
            <p:spPr>
              <a:xfrm>
                <a:off x="2990838" y="3378025"/>
                <a:ext cx="121175" cy="68575"/>
              </a:xfrm>
              <a:custGeom>
                <a:avLst/>
                <a:gdLst/>
                <a:ahLst/>
                <a:cxnLst/>
                <a:rect l="l" t="t" r="r" b="b"/>
                <a:pathLst>
                  <a:path w="4847" h="2743" extrusionOk="0">
                    <a:moveTo>
                      <a:pt x="2257" y="0"/>
                    </a:moveTo>
                    <a:cubicBezTo>
                      <a:pt x="2146" y="0"/>
                      <a:pt x="2034" y="28"/>
                      <a:pt x="1929" y="80"/>
                    </a:cubicBezTo>
                    <a:lnTo>
                      <a:pt x="191" y="1092"/>
                    </a:lnTo>
                    <a:cubicBezTo>
                      <a:pt x="12" y="1199"/>
                      <a:pt x="1" y="1342"/>
                      <a:pt x="143" y="1437"/>
                    </a:cubicBezTo>
                    <a:lnTo>
                      <a:pt x="2310" y="2687"/>
                    </a:lnTo>
                    <a:cubicBezTo>
                      <a:pt x="2394" y="2724"/>
                      <a:pt x="2484" y="2742"/>
                      <a:pt x="2574" y="2742"/>
                    </a:cubicBezTo>
                    <a:cubicBezTo>
                      <a:pt x="2690" y="2742"/>
                      <a:pt x="2805" y="2712"/>
                      <a:pt x="2906" y="2652"/>
                    </a:cubicBezTo>
                    <a:lnTo>
                      <a:pt x="4656" y="1652"/>
                    </a:lnTo>
                    <a:cubicBezTo>
                      <a:pt x="4823" y="1544"/>
                      <a:pt x="4846" y="1402"/>
                      <a:pt x="4692" y="1306"/>
                    </a:cubicBezTo>
                    <a:lnTo>
                      <a:pt x="2525" y="56"/>
                    </a:lnTo>
                    <a:cubicBezTo>
                      <a:pt x="2439" y="19"/>
                      <a:pt x="2348" y="0"/>
                      <a:pt x="22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 name="Google Shape;86;p15"/>
              <p:cNvSpPr/>
              <p:nvPr/>
            </p:nvSpPr>
            <p:spPr>
              <a:xfrm>
                <a:off x="3075663" y="3426925"/>
                <a:ext cx="120875" cy="68500"/>
              </a:xfrm>
              <a:custGeom>
                <a:avLst/>
                <a:gdLst/>
                <a:ahLst/>
                <a:cxnLst/>
                <a:rect l="l" t="t" r="r" b="b"/>
                <a:pathLst>
                  <a:path w="4835" h="2740" extrusionOk="0">
                    <a:moveTo>
                      <a:pt x="2255" y="0"/>
                    </a:moveTo>
                    <a:cubicBezTo>
                      <a:pt x="2146" y="0"/>
                      <a:pt x="2039" y="30"/>
                      <a:pt x="1942" y="89"/>
                    </a:cubicBezTo>
                    <a:lnTo>
                      <a:pt x="191" y="1089"/>
                    </a:lnTo>
                    <a:cubicBezTo>
                      <a:pt x="13" y="1196"/>
                      <a:pt x="1" y="1339"/>
                      <a:pt x="156" y="1434"/>
                    </a:cubicBezTo>
                    <a:lnTo>
                      <a:pt x="2311" y="2684"/>
                    </a:lnTo>
                    <a:cubicBezTo>
                      <a:pt x="2396" y="2722"/>
                      <a:pt x="2487" y="2740"/>
                      <a:pt x="2578" y="2740"/>
                    </a:cubicBezTo>
                    <a:cubicBezTo>
                      <a:pt x="2689" y="2740"/>
                      <a:pt x="2801" y="2713"/>
                      <a:pt x="2906" y="2660"/>
                    </a:cubicBezTo>
                    <a:lnTo>
                      <a:pt x="4644" y="1648"/>
                    </a:lnTo>
                    <a:cubicBezTo>
                      <a:pt x="4823" y="1553"/>
                      <a:pt x="4835" y="1398"/>
                      <a:pt x="4692" y="1315"/>
                    </a:cubicBezTo>
                    <a:lnTo>
                      <a:pt x="2525" y="65"/>
                    </a:lnTo>
                    <a:cubicBezTo>
                      <a:pt x="2438" y="21"/>
                      <a:pt x="2346" y="0"/>
                      <a:pt x="22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 name="Google Shape;87;p15"/>
              <p:cNvSpPr/>
              <p:nvPr/>
            </p:nvSpPr>
            <p:spPr>
              <a:xfrm>
                <a:off x="3160513" y="3475950"/>
                <a:ext cx="120875" cy="68525"/>
              </a:xfrm>
              <a:custGeom>
                <a:avLst/>
                <a:gdLst/>
                <a:ahLst/>
                <a:cxnLst/>
                <a:rect l="l" t="t" r="r" b="b"/>
                <a:pathLst>
                  <a:path w="4835" h="2741" extrusionOk="0">
                    <a:moveTo>
                      <a:pt x="2258" y="1"/>
                    </a:moveTo>
                    <a:cubicBezTo>
                      <a:pt x="2148" y="1"/>
                      <a:pt x="2039" y="28"/>
                      <a:pt x="1941" y="80"/>
                    </a:cubicBezTo>
                    <a:lnTo>
                      <a:pt x="191" y="1092"/>
                    </a:lnTo>
                    <a:cubicBezTo>
                      <a:pt x="24" y="1187"/>
                      <a:pt x="0" y="1342"/>
                      <a:pt x="155" y="1426"/>
                    </a:cubicBezTo>
                    <a:lnTo>
                      <a:pt x="2322" y="2676"/>
                    </a:lnTo>
                    <a:cubicBezTo>
                      <a:pt x="2403" y="2719"/>
                      <a:pt x="2495" y="2740"/>
                      <a:pt x="2587" y="2740"/>
                    </a:cubicBezTo>
                    <a:cubicBezTo>
                      <a:pt x="2697" y="2740"/>
                      <a:pt x="2808" y="2710"/>
                      <a:pt x="2905" y="2652"/>
                    </a:cubicBezTo>
                    <a:lnTo>
                      <a:pt x="4644" y="1652"/>
                    </a:lnTo>
                    <a:cubicBezTo>
                      <a:pt x="4822" y="1545"/>
                      <a:pt x="4834" y="1402"/>
                      <a:pt x="4691" y="1306"/>
                    </a:cubicBezTo>
                    <a:lnTo>
                      <a:pt x="2524" y="56"/>
                    </a:lnTo>
                    <a:cubicBezTo>
                      <a:pt x="2438" y="19"/>
                      <a:pt x="2348" y="1"/>
                      <a:pt x="22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 name="Google Shape;88;p15"/>
              <p:cNvSpPr/>
              <p:nvPr/>
            </p:nvSpPr>
            <p:spPr>
              <a:xfrm>
                <a:off x="3245338" y="3524850"/>
                <a:ext cx="121175" cy="68500"/>
              </a:xfrm>
              <a:custGeom>
                <a:avLst/>
                <a:gdLst/>
                <a:ahLst/>
                <a:cxnLst/>
                <a:rect l="l" t="t" r="r" b="b"/>
                <a:pathLst>
                  <a:path w="4847" h="2740" extrusionOk="0">
                    <a:moveTo>
                      <a:pt x="2257" y="0"/>
                    </a:moveTo>
                    <a:cubicBezTo>
                      <a:pt x="2146" y="0"/>
                      <a:pt x="2038" y="30"/>
                      <a:pt x="1941" y="89"/>
                    </a:cubicBezTo>
                    <a:lnTo>
                      <a:pt x="191" y="1101"/>
                    </a:lnTo>
                    <a:cubicBezTo>
                      <a:pt x="24" y="1196"/>
                      <a:pt x="0" y="1351"/>
                      <a:pt x="155" y="1434"/>
                    </a:cubicBezTo>
                    <a:lnTo>
                      <a:pt x="2322" y="2684"/>
                    </a:lnTo>
                    <a:cubicBezTo>
                      <a:pt x="2408" y="2722"/>
                      <a:pt x="2498" y="2740"/>
                      <a:pt x="2588" y="2740"/>
                    </a:cubicBezTo>
                    <a:cubicBezTo>
                      <a:pt x="2698" y="2740"/>
                      <a:pt x="2807" y="2713"/>
                      <a:pt x="2906" y="2660"/>
                    </a:cubicBezTo>
                    <a:lnTo>
                      <a:pt x="4656" y="1648"/>
                    </a:lnTo>
                    <a:cubicBezTo>
                      <a:pt x="4822" y="1553"/>
                      <a:pt x="4846" y="1398"/>
                      <a:pt x="4691" y="1315"/>
                    </a:cubicBezTo>
                    <a:lnTo>
                      <a:pt x="2536" y="65"/>
                    </a:lnTo>
                    <a:cubicBezTo>
                      <a:pt x="2444" y="21"/>
                      <a:pt x="2349" y="0"/>
                      <a:pt x="22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 name="Google Shape;89;p15"/>
              <p:cNvSpPr/>
              <p:nvPr/>
            </p:nvSpPr>
            <p:spPr>
              <a:xfrm>
                <a:off x="3330463" y="3573950"/>
                <a:ext cx="120875" cy="68525"/>
              </a:xfrm>
              <a:custGeom>
                <a:avLst/>
                <a:gdLst/>
                <a:ahLst/>
                <a:cxnLst/>
                <a:rect l="l" t="t" r="r" b="b"/>
                <a:pathLst>
                  <a:path w="4835" h="2741" extrusionOk="0">
                    <a:moveTo>
                      <a:pt x="2250" y="1"/>
                    </a:moveTo>
                    <a:cubicBezTo>
                      <a:pt x="2138" y="1"/>
                      <a:pt x="2027" y="31"/>
                      <a:pt x="1929" y="89"/>
                    </a:cubicBezTo>
                    <a:lnTo>
                      <a:pt x="191" y="1089"/>
                    </a:lnTo>
                    <a:cubicBezTo>
                      <a:pt x="12" y="1196"/>
                      <a:pt x="1" y="1339"/>
                      <a:pt x="143" y="1435"/>
                    </a:cubicBezTo>
                    <a:lnTo>
                      <a:pt x="2310" y="2685"/>
                    </a:lnTo>
                    <a:cubicBezTo>
                      <a:pt x="2396" y="2722"/>
                      <a:pt x="2487" y="2740"/>
                      <a:pt x="2577" y="2740"/>
                    </a:cubicBezTo>
                    <a:cubicBezTo>
                      <a:pt x="2687" y="2740"/>
                      <a:pt x="2796" y="2713"/>
                      <a:pt x="2894" y="2661"/>
                    </a:cubicBezTo>
                    <a:lnTo>
                      <a:pt x="4644" y="1649"/>
                    </a:lnTo>
                    <a:cubicBezTo>
                      <a:pt x="4811" y="1554"/>
                      <a:pt x="4835" y="1399"/>
                      <a:pt x="4680" y="1316"/>
                    </a:cubicBezTo>
                    <a:lnTo>
                      <a:pt x="2525" y="65"/>
                    </a:lnTo>
                    <a:cubicBezTo>
                      <a:pt x="2438" y="22"/>
                      <a:pt x="2344" y="1"/>
                      <a:pt x="22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 name="Google Shape;90;p15"/>
              <p:cNvSpPr/>
              <p:nvPr/>
            </p:nvSpPr>
            <p:spPr>
              <a:xfrm>
                <a:off x="3415288" y="3623000"/>
                <a:ext cx="120875" cy="68500"/>
              </a:xfrm>
              <a:custGeom>
                <a:avLst/>
                <a:gdLst/>
                <a:ahLst/>
                <a:cxnLst/>
                <a:rect l="l" t="t" r="r" b="b"/>
                <a:pathLst>
                  <a:path w="4835" h="2740" extrusionOk="0">
                    <a:moveTo>
                      <a:pt x="2259" y="0"/>
                    </a:moveTo>
                    <a:cubicBezTo>
                      <a:pt x="2149" y="0"/>
                      <a:pt x="2040" y="27"/>
                      <a:pt x="1942" y="80"/>
                    </a:cubicBezTo>
                    <a:lnTo>
                      <a:pt x="191" y="1092"/>
                    </a:lnTo>
                    <a:cubicBezTo>
                      <a:pt x="13" y="1187"/>
                      <a:pt x="1" y="1342"/>
                      <a:pt x="144" y="1425"/>
                    </a:cubicBezTo>
                    <a:lnTo>
                      <a:pt x="2311" y="2675"/>
                    </a:lnTo>
                    <a:cubicBezTo>
                      <a:pt x="2398" y="2719"/>
                      <a:pt x="2489" y="2740"/>
                      <a:pt x="2582" y="2740"/>
                    </a:cubicBezTo>
                    <a:cubicBezTo>
                      <a:pt x="2692" y="2740"/>
                      <a:pt x="2802" y="2710"/>
                      <a:pt x="2906" y="2652"/>
                    </a:cubicBezTo>
                    <a:lnTo>
                      <a:pt x="4644" y="1651"/>
                    </a:lnTo>
                    <a:cubicBezTo>
                      <a:pt x="4823" y="1544"/>
                      <a:pt x="4835" y="1401"/>
                      <a:pt x="4692" y="1306"/>
                    </a:cubicBezTo>
                    <a:lnTo>
                      <a:pt x="2525" y="56"/>
                    </a:lnTo>
                    <a:cubicBezTo>
                      <a:pt x="2439" y="18"/>
                      <a:pt x="2349" y="0"/>
                      <a:pt x="22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 name="Google Shape;91;p15"/>
              <p:cNvSpPr/>
              <p:nvPr/>
            </p:nvSpPr>
            <p:spPr>
              <a:xfrm>
                <a:off x="3500138" y="3672100"/>
                <a:ext cx="120875" cy="68400"/>
              </a:xfrm>
              <a:custGeom>
                <a:avLst/>
                <a:gdLst/>
                <a:ahLst/>
                <a:cxnLst/>
                <a:rect l="l" t="t" r="r" b="b"/>
                <a:pathLst>
                  <a:path w="4835" h="2736" extrusionOk="0">
                    <a:moveTo>
                      <a:pt x="2257" y="1"/>
                    </a:moveTo>
                    <a:cubicBezTo>
                      <a:pt x="2146" y="1"/>
                      <a:pt x="2034" y="28"/>
                      <a:pt x="1929" y="80"/>
                    </a:cubicBezTo>
                    <a:lnTo>
                      <a:pt x="191" y="1092"/>
                    </a:lnTo>
                    <a:cubicBezTo>
                      <a:pt x="12" y="1188"/>
                      <a:pt x="0" y="1342"/>
                      <a:pt x="143" y="1426"/>
                    </a:cubicBezTo>
                    <a:lnTo>
                      <a:pt x="2310" y="2676"/>
                    </a:lnTo>
                    <a:cubicBezTo>
                      <a:pt x="2399" y="2715"/>
                      <a:pt x="2496" y="2736"/>
                      <a:pt x="2593" y="2736"/>
                    </a:cubicBezTo>
                    <a:cubicBezTo>
                      <a:pt x="2702" y="2736"/>
                      <a:pt x="2810" y="2709"/>
                      <a:pt x="2905" y="2652"/>
                    </a:cubicBezTo>
                    <a:lnTo>
                      <a:pt x="4644" y="1640"/>
                    </a:lnTo>
                    <a:cubicBezTo>
                      <a:pt x="4822" y="1545"/>
                      <a:pt x="4834" y="1390"/>
                      <a:pt x="4691" y="1307"/>
                    </a:cubicBezTo>
                    <a:lnTo>
                      <a:pt x="2524" y="57"/>
                    </a:lnTo>
                    <a:cubicBezTo>
                      <a:pt x="2438" y="19"/>
                      <a:pt x="2348" y="1"/>
                      <a:pt x="22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 name="Google Shape;92;p15"/>
              <p:cNvSpPr/>
              <p:nvPr/>
            </p:nvSpPr>
            <p:spPr>
              <a:xfrm>
                <a:off x="3584963" y="3721000"/>
                <a:ext cx="120875" cy="68525"/>
              </a:xfrm>
              <a:custGeom>
                <a:avLst/>
                <a:gdLst/>
                <a:ahLst/>
                <a:cxnLst/>
                <a:rect l="l" t="t" r="r" b="b"/>
                <a:pathLst>
                  <a:path w="4835" h="2741" extrusionOk="0">
                    <a:moveTo>
                      <a:pt x="2255" y="0"/>
                    </a:moveTo>
                    <a:cubicBezTo>
                      <a:pt x="2146" y="0"/>
                      <a:pt x="2038" y="31"/>
                      <a:pt x="1941" y="89"/>
                    </a:cubicBezTo>
                    <a:lnTo>
                      <a:pt x="191" y="1089"/>
                    </a:lnTo>
                    <a:cubicBezTo>
                      <a:pt x="24" y="1196"/>
                      <a:pt x="0" y="1351"/>
                      <a:pt x="155" y="1434"/>
                    </a:cubicBezTo>
                    <a:lnTo>
                      <a:pt x="2322" y="2684"/>
                    </a:lnTo>
                    <a:cubicBezTo>
                      <a:pt x="2403" y="2722"/>
                      <a:pt x="2493" y="2740"/>
                      <a:pt x="2584" y="2740"/>
                    </a:cubicBezTo>
                    <a:cubicBezTo>
                      <a:pt x="2695" y="2740"/>
                      <a:pt x="2807" y="2713"/>
                      <a:pt x="2906" y="2661"/>
                    </a:cubicBezTo>
                    <a:lnTo>
                      <a:pt x="4656" y="1661"/>
                    </a:lnTo>
                    <a:cubicBezTo>
                      <a:pt x="4822" y="1553"/>
                      <a:pt x="4834" y="1399"/>
                      <a:pt x="4691" y="1315"/>
                    </a:cubicBezTo>
                    <a:lnTo>
                      <a:pt x="2525" y="65"/>
                    </a:lnTo>
                    <a:cubicBezTo>
                      <a:pt x="2438" y="22"/>
                      <a:pt x="2346" y="0"/>
                      <a:pt x="22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 name="Google Shape;93;p15"/>
              <p:cNvSpPr/>
              <p:nvPr/>
            </p:nvSpPr>
            <p:spPr>
              <a:xfrm>
                <a:off x="3670088" y="3770225"/>
                <a:ext cx="120875" cy="68350"/>
              </a:xfrm>
              <a:custGeom>
                <a:avLst/>
                <a:gdLst/>
                <a:ahLst/>
                <a:cxnLst/>
                <a:rect l="l" t="t" r="r" b="b"/>
                <a:pathLst>
                  <a:path w="4835" h="2734" extrusionOk="0">
                    <a:moveTo>
                      <a:pt x="2246" y="1"/>
                    </a:moveTo>
                    <a:cubicBezTo>
                      <a:pt x="2139" y="1"/>
                      <a:pt x="2031" y="27"/>
                      <a:pt x="1929" y="84"/>
                    </a:cubicBezTo>
                    <a:lnTo>
                      <a:pt x="191" y="1096"/>
                    </a:lnTo>
                    <a:cubicBezTo>
                      <a:pt x="13" y="1192"/>
                      <a:pt x="1" y="1346"/>
                      <a:pt x="143" y="1430"/>
                    </a:cubicBezTo>
                    <a:lnTo>
                      <a:pt x="2310" y="2668"/>
                    </a:lnTo>
                    <a:cubicBezTo>
                      <a:pt x="2400" y="2713"/>
                      <a:pt x="2494" y="2734"/>
                      <a:pt x="2589" y="2734"/>
                    </a:cubicBezTo>
                    <a:cubicBezTo>
                      <a:pt x="2697" y="2734"/>
                      <a:pt x="2805" y="2707"/>
                      <a:pt x="2906" y="2656"/>
                    </a:cubicBezTo>
                    <a:lnTo>
                      <a:pt x="4644" y="1644"/>
                    </a:lnTo>
                    <a:cubicBezTo>
                      <a:pt x="4823" y="1549"/>
                      <a:pt x="4835" y="1394"/>
                      <a:pt x="4692" y="1311"/>
                    </a:cubicBezTo>
                    <a:lnTo>
                      <a:pt x="2525" y="61"/>
                    </a:lnTo>
                    <a:cubicBezTo>
                      <a:pt x="2435" y="22"/>
                      <a:pt x="2341" y="1"/>
                      <a:pt x="22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94;p15"/>
              <p:cNvSpPr/>
              <p:nvPr/>
            </p:nvSpPr>
            <p:spPr>
              <a:xfrm>
                <a:off x="3754913" y="3819150"/>
                <a:ext cx="121175" cy="68400"/>
              </a:xfrm>
              <a:custGeom>
                <a:avLst/>
                <a:gdLst/>
                <a:ahLst/>
                <a:cxnLst/>
                <a:rect l="l" t="t" r="r" b="b"/>
                <a:pathLst>
                  <a:path w="4847" h="2736" extrusionOk="0">
                    <a:moveTo>
                      <a:pt x="2264" y="0"/>
                    </a:moveTo>
                    <a:cubicBezTo>
                      <a:pt x="2152" y="0"/>
                      <a:pt x="2040" y="28"/>
                      <a:pt x="1942" y="80"/>
                    </a:cubicBezTo>
                    <a:lnTo>
                      <a:pt x="191" y="1092"/>
                    </a:lnTo>
                    <a:cubicBezTo>
                      <a:pt x="13" y="1187"/>
                      <a:pt x="1" y="1342"/>
                      <a:pt x="144" y="1425"/>
                    </a:cubicBezTo>
                    <a:lnTo>
                      <a:pt x="2311" y="2676"/>
                    </a:lnTo>
                    <a:cubicBezTo>
                      <a:pt x="2400" y="2715"/>
                      <a:pt x="2497" y="2735"/>
                      <a:pt x="2593" y="2735"/>
                    </a:cubicBezTo>
                    <a:cubicBezTo>
                      <a:pt x="2703" y="2735"/>
                      <a:pt x="2811" y="2709"/>
                      <a:pt x="2906" y="2652"/>
                    </a:cubicBezTo>
                    <a:lnTo>
                      <a:pt x="4656" y="1640"/>
                    </a:lnTo>
                    <a:cubicBezTo>
                      <a:pt x="4823" y="1544"/>
                      <a:pt x="4847" y="1390"/>
                      <a:pt x="4692" y="1306"/>
                    </a:cubicBezTo>
                    <a:lnTo>
                      <a:pt x="2525" y="56"/>
                    </a:lnTo>
                    <a:cubicBezTo>
                      <a:pt x="2445" y="19"/>
                      <a:pt x="2355" y="0"/>
                      <a:pt x="22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 name="Google Shape;95;p15"/>
              <p:cNvSpPr/>
              <p:nvPr/>
            </p:nvSpPr>
            <p:spPr>
              <a:xfrm>
                <a:off x="3839763" y="3868050"/>
                <a:ext cx="120875" cy="68500"/>
              </a:xfrm>
              <a:custGeom>
                <a:avLst/>
                <a:gdLst/>
                <a:ahLst/>
                <a:cxnLst/>
                <a:rect l="l" t="t" r="r" b="b"/>
                <a:pathLst>
                  <a:path w="4835" h="2740" extrusionOk="0">
                    <a:moveTo>
                      <a:pt x="2254" y="0"/>
                    </a:moveTo>
                    <a:cubicBezTo>
                      <a:pt x="2146" y="0"/>
                      <a:pt x="2038" y="30"/>
                      <a:pt x="1941" y="89"/>
                    </a:cubicBezTo>
                    <a:lnTo>
                      <a:pt x="191" y="1089"/>
                    </a:lnTo>
                    <a:cubicBezTo>
                      <a:pt x="12" y="1196"/>
                      <a:pt x="0" y="1351"/>
                      <a:pt x="155" y="1434"/>
                    </a:cubicBezTo>
                    <a:lnTo>
                      <a:pt x="2310" y="2684"/>
                    </a:lnTo>
                    <a:cubicBezTo>
                      <a:pt x="2396" y="2722"/>
                      <a:pt x="2486" y="2740"/>
                      <a:pt x="2577" y="2740"/>
                    </a:cubicBezTo>
                    <a:cubicBezTo>
                      <a:pt x="2689" y="2740"/>
                      <a:pt x="2801" y="2713"/>
                      <a:pt x="2905" y="2660"/>
                    </a:cubicBezTo>
                    <a:lnTo>
                      <a:pt x="4644" y="1648"/>
                    </a:lnTo>
                    <a:cubicBezTo>
                      <a:pt x="4822" y="1553"/>
                      <a:pt x="4834" y="1398"/>
                      <a:pt x="4691" y="1315"/>
                    </a:cubicBezTo>
                    <a:lnTo>
                      <a:pt x="2524" y="65"/>
                    </a:lnTo>
                    <a:cubicBezTo>
                      <a:pt x="2437" y="21"/>
                      <a:pt x="2346" y="0"/>
                      <a:pt x="22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 name="Google Shape;96;p15"/>
              <p:cNvSpPr/>
              <p:nvPr/>
            </p:nvSpPr>
            <p:spPr>
              <a:xfrm>
                <a:off x="3057813" y="3322350"/>
                <a:ext cx="123550" cy="69900"/>
              </a:xfrm>
              <a:custGeom>
                <a:avLst/>
                <a:gdLst/>
                <a:ahLst/>
                <a:cxnLst/>
                <a:rect l="l" t="t" r="r" b="b"/>
                <a:pathLst>
                  <a:path w="4942" h="2796" extrusionOk="0">
                    <a:moveTo>
                      <a:pt x="2263" y="1"/>
                    </a:moveTo>
                    <a:cubicBezTo>
                      <a:pt x="2157" y="1"/>
                      <a:pt x="2051" y="28"/>
                      <a:pt x="1953" y="81"/>
                    </a:cubicBezTo>
                    <a:lnTo>
                      <a:pt x="191" y="1104"/>
                    </a:lnTo>
                    <a:cubicBezTo>
                      <a:pt x="24" y="1200"/>
                      <a:pt x="0" y="1355"/>
                      <a:pt x="143" y="1438"/>
                    </a:cubicBezTo>
                    <a:lnTo>
                      <a:pt x="2417" y="2736"/>
                    </a:lnTo>
                    <a:cubicBezTo>
                      <a:pt x="2501" y="2775"/>
                      <a:pt x="2593" y="2795"/>
                      <a:pt x="2683" y="2795"/>
                    </a:cubicBezTo>
                    <a:cubicBezTo>
                      <a:pt x="2786" y="2795"/>
                      <a:pt x="2888" y="2769"/>
                      <a:pt x="2977" y="2712"/>
                    </a:cubicBezTo>
                    <a:lnTo>
                      <a:pt x="4751" y="1700"/>
                    </a:lnTo>
                    <a:cubicBezTo>
                      <a:pt x="4918" y="1605"/>
                      <a:pt x="4942" y="1450"/>
                      <a:pt x="4787" y="1366"/>
                    </a:cubicBezTo>
                    <a:lnTo>
                      <a:pt x="2525" y="57"/>
                    </a:lnTo>
                    <a:cubicBezTo>
                      <a:pt x="2439" y="19"/>
                      <a:pt x="2351" y="1"/>
                      <a:pt x="2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 name="Google Shape;97;p15"/>
              <p:cNvSpPr/>
              <p:nvPr/>
            </p:nvSpPr>
            <p:spPr>
              <a:xfrm>
                <a:off x="3145313" y="3372975"/>
                <a:ext cx="123550" cy="69775"/>
              </a:xfrm>
              <a:custGeom>
                <a:avLst/>
                <a:gdLst/>
                <a:ahLst/>
                <a:cxnLst/>
                <a:rect l="l" t="t" r="r" b="b"/>
                <a:pathLst>
                  <a:path w="4942" h="2791" extrusionOk="0">
                    <a:moveTo>
                      <a:pt x="2269" y="0"/>
                    </a:moveTo>
                    <a:cubicBezTo>
                      <a:pt x="2161" y="0"/>
                      <a:pt x="2052" y="27"/>
                      <a:pt x="1954" y="80"/>
                    </a:cubicBezTo>
                    <a:lnTo>
                      <a:pt x="191" y="1104"/>
                    </a:lnTo>
                    <a:cubicBezTo>
                      <a:pt x="25" y="1199"/>
                      <a:pt x="1" y="1342"/>
                      <a:pt x="144" y="1425"/>
                    </a:cubicBezTo>
                    <a:lnTo>
                      <a:pt x="2418" y="2735"/>
                    </a:lnTo>
                    <a:cubicBezTo>
                      <a:pt x="2498" y="2772"/>
                      <a:pt x="2586" y="2790"/>
                      <a:pt x="2674" y="2790"/>
                    </a:cubicBezTo>
                    <a:cubicBezTo>
                      <a:pt x="2782" y="2790"/>
                      <a:pt x="2891" y="2763"/>
                      <a:pt x="2989" y="2711"/>
                    </a:cubicBezTo>
                    <a:lnTo>
                      <a:pt x="4751" y="1699"/>
                    </a:lnTo>
                    <a:cubicBezTo>
                      <a:pt x="4918" y="1592"/>
                      <a:pt x="4942" y="1449"/>
                      <a:pt x="4787" y="1365"/>
                    </a:cubicBezTo>
                    <a:lnTo>
                      <a:pt x="2525" y="56"/>
                    </a:lnTo>
                    <a:cubicBezTo>
                      <a:pt x="2445" y="18"/>
                      <a:pt x="2357" y="0"/>
                      <a:pt x="22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 name="Google Shape;98;p15"/>
              <p:cNvSpPr/>
              <p:nvPr/>
            </p:nvSpPr>
            <p:spPr>
              <a:xfrm>
                <a:off x="3232838" y="3423575"/>
                <a:ext cx="123550" cy="69775"/>
              </a:xfrm>
              <a:custGeom>
                <a:avLst/>
                <a:gdLst/>
                <a:ahLst/>
                <a:cxnLst/>
                <a:rect l="l" t="t" r="r" b="b"/>
                <a:pathLst>
                  <a:path w="4942" h="2791" extrusionOk="0">
                    <a:moveTo>
                      <a:pt x="2268" y="0"/>
                    </a:moveTo>
                    <a:cubicBezTo>
                      <a:pt x="2160" y="0"/>
                      <a:pt x="2051" y="27"/>
                      <a:pt x="1953" y="80"/>
                    </a:cubicBezTo>
                    <a:lnTo>
                      <a:pt x="191" y="1104"/>
                    </a:lnTo>
                    <a:cubicBezTo>
                      <a:pt x="24" y="1199"/>
                      <a:pt x="0" y="1342"/>
                      <a:pt x="155" y="1425"/>
                    </a:cubicBezTo>
                    <a:lnTo>
                      <a:pt x="2417" y="2735"/>
                    </a:lnTo>
                    <a:cubicBezTo>
                      <a:pt x="2498" y="2772"/>
                      <a:pt x="2585" y="2790"/>
                      <a:pt x="2674" y="2790"/>
                    </a:cubicBezTo>
                    <a:cubicBezTo>
                      <a:pt x="2782" y="2790"/>
                      <a:pt x="2891" y="2763"/>
                      <a:pt x="2989" y="2711"/>
                    </a:cubicBezTo>
                    <a:lnTo>
                      <a:pt x="4751" y="1699"/>
                    </a:lnTo>
                    <a:cubicBezTo>
                      <a:pt x="4918" y="1592"/>
                      <a:pt x="4941" y="1449"/>
                      <a:pt x="4787" y="1366"/>
                    </a:cubicBezTo>
                    <a:lnTo>
                      <a:pt x="2524" y="56"/>
                    </a:lnTo>
                    <a:cubicBezTo>
                      <a:pt x="2444" y="18"/>
                      <a:pt x="2356" y="0"/>
                      <a:pt x="22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 name="Google Shape;99;p15"/>
              <p:cNvSpPr/>
              <p:nvPr/>
            </p:nvSpPr>
            <p:spPr>
              <a:xfrm>
                <a:off x="3320338" y="3474175"/>
                <a:ext cx="123550" cy="69775"/>
              </a:xfrm>
              <a:custGeom>
                <a:avLst/>
                <a:gdLst/>
                <a:ahLst/>
                <a:cxnLst/>
                <a:rect l="l" t="t" r="r" b="b"/>
                <a:pathLst>
                  <a:path w="4942" h="2791" extrusionOk="0">
                    <a:moveTo>
                      <a:pt x="2268" y="0"/>
                    </a:moveTo>
                    <a:cubicBezTo>
                      <a:pt x="2161" y="0"/>
                      <a:pt x="2052" y="27"/>
                      <a:pt x="1953" y="80"/>
                    </a:cubicBezTo>
                    <a:lnTo>
                      <a:pt x="191" y="1104"/>
                    </a:lnTo>
                    <a:cubicBezTo>
                      <a:pt x="25" y="1199"/>
                      <a:pt x="1" y="1342"/>
                      <a:pt x="156" y="1425"/>
                    </a:cubicBezTo>
                    <a:lnTo>
                      <a:pt x="2418" y="2735"/>
                    </a:lnTo>
                    <a:cubicBezTo>
                      <a:pt x="2503" y="2772"/>
                      <a:pt x="2592" y="2791"/>
                      <a:pt x="2679" y="2791"/>
                    </a:cubicBezTo>
                    <a:cubicBezTo>
                      <a:pt x="2786" y="2791"/>
                      <a:pt x="2891" y="2763"/>
                      <a:pt x="2989" y="2711"/>
                    </a:cubicBezTo>
                    <a:lnTo>
                      <a:pt x="4751" y="1699"/>
                    </a:lnTo>
                    <a:cubicBezTo>
                      <a:pt x="4918" y="1604"/>
                      <a:pt x="4942" y="1449"/>
                      <a:pt x="4799" y="1366"/>
                    </a:cubicBezTo>
                    <a:lnTo>
                      <a:pt x="2525" y="56"/>
                    </a:lnTo>
                    <a:cubicBezTo>
                      <a:pt x="2444" y="18"/>
                      <a:pt x="2357" y="0"/>
                      <a:pt x="22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 name="Google Shape;100;p15"/>
              <p:cNvSpPr/>
              <p:nvPr/>
            </p:nvSpPr>
            <p:spPr>
              <a:xfrm>
                <a:off x="3407863" y="3524775"/>
                <a:ext cx="123550" cy="69775"/>
              </a:xfrm>
              <a:custGeom>
                <a:avLst/>
                <a:gdLst/>
                <a:ahLst/>
                <a:cxnLst/>
                <a:rect l="l" t="t" r="r" b="b"/>
                <a:pathLst>
                  <a:path w="4942" h="2791" extrusionOk="0">
                    <a:moveTo>
                      <a:pt x="2269" y="0"/>
                    </a:moveTo>
                    <a:cubicBezTo>
                      <a:pt x="2162" y="0"/>
                      <a:pt x="2056" y="27"/>
                      <a:pt x="1965" y="80"/>
                    </a:cubicBezTo>
                    <a:lnTo>
                      <a:pt x="191" y="1092"/>
                    </a:lnTo>
                    <a:cubicBezTo>
                      <a:pt x="24" y="1199"/>
                      <a:pt x="0" y="1342"/>
                      <a:pt x="155" y="1425"/>
                    </a:cubicBezTo>
                    <a:lnTo>
                      <a:pt x="2417" y="2735"/>
                    </a:lnTo>
                    <a:cubicBezTo>
                      <a:pt x="2503" y="2772"/>
                      <a:pt x="2591" y="2791"/>
                      <a:pt x="2678" y="2791"/>
                    </a:cubicBezTo>
                    <a:cubicBezTo>
                      <a:pt x="2785" y="2791"/>
                      <a:pt x="2890" y="2763"/>
                      <a:pt x="2989" y="2711"/>
                    </a:cubicBezTo>
                    <a:lnTo>
                      <a:pt x="4751" y="1687"/>
                    </a:lnTo>
                    <a:cubicBezTo>
                      <a:pt x="4929" y="1592"/>
                      <a:pt x="4941" y="1449"/>
                      <a:pt x="4798" y="1366"/>
                    </a:cubicBezTo>
                    <a:lnTo>
                      <a:pt x="2524" y="56"/>
                    </a:lnTo>
                    <a:cubicBezTo>
                      <a:pt x="2444" y="18"/>
                      <a:pt x="2356" y="0"/>
                      <a:pt x="22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 name="Google Shape;101;p15"/>
              <p:cNvSpPr/>
              <p:nvPr/>
            </p:nvSpPr>
            <p:spPr>
              <a:xfrm>
                <a:off x="3495663" y="3575275"/>
                <a:ext cx="123250" cy="69875"/>
              </a:xfrm>
              <a:custGeom>
                <a:avLst/>
                <a:gdLst/>
                <a:ahLst/>
                <a:cxnLst/>
                <a:rect l="l" t="t" r="r" b="b"/>
                <a:pathLst>
                  <a:path w="4930" h="2795" extrusionOk="0">
                    <a:moveTo>
                      <a:pt x="2253" y="0"/>
                    </a:moveTo>
                    <a:cubicBezTo>
                      <a:pt x="2150" y="0"/>
                      <a:pt x="2048" y="27"/>
                      <a:pt x="1953" y="84"/>
                    </a:cubicBezTo>
                    <a:lnTo>
                      <a:pt x="191" y="1096"/>
                    </a:lnTo>
                    <a:cubicBezTo>
                      <a:pt x="12" y="1191"/>
                      <a:pt x="1" y="1346"/>
                      <a:pt x="143" y="1429"/>
                    </a:cubicBezTo>
                    <a:lnTo>
                      <a:pt x="2406" y="2739"/>
                    </a:lnTo>
                    <a:cubicBezTo>
                      <a:pt x="2491" y="2776"/>
                      <a:pt x="2582" y="2795"/>
                      <a:pt x="2671" y="2795"/>
                    </a:cubicBezTo>
                    <a:cubicBezTo>
                      <a:pt x="2779" y="2795"/>
                      <a:pt x="2885" y="2767"/>
                      <a:pt x="2977" y="2715"/>
                    </a:cubicBezTo>
                    <a:lnTo>
                      <a:pt x="4751" y="1691"/>
                    </a:lnTo>
                    <a:cubicBezTo>
                      <a:pt x="4918" y="1596"/>
                      <a:pt x="4930" y="1441"/>
                      <a:pt x="4787" y="1370"/>
                    </a:cubicBezTo>
                    <a:lnTo>
                      <a:pt x="2525" y="60"/>
                    </a:lnTo>
                    <a:cubicBezTo>
                      <a:pt x="2435" y="21"/>
                      <a:pt x="2343" y="0"/>
                      <a:pt x="2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 name="Google Shape;102;p15"/>
              <p:cNvSpPr/>
              <p:nvPr/>
            </p:nvSpPr>
            <p:spPr>
              <a:xfrm>
                <a:off x="3583163" y="3625975"/>
                <a:ext cx="123575" cy="69775"/>
              </a:xfrm>
              <a:custGeom>
                <a:avLst/>
                <a:gdLst/>
                <a:ahLst/>
                <a:cxnLst/>
                <a:rect l="l" t="t" r="r" b="b"/>
                <a:pathLst>
                  <a:path w="4943" h="2791" extrusionOk="0">
                    <a:moveTo>
                      <a:pt x="2264" y="0"/>
                    </a:moveTo>
                    <a:cubicBezTo>
                      <a:pt x="2157" y="0"/>
                      <a:pt x="2052" y="28"/>
                      <a:pt x="1954" y="80"/>
                    </a:cubicBezTo>
                    <a:lnTo>
                      <a:pt x="191" y="1104"/>
                    </a:lnTo>
                    <a:cubicBezTo>
                      <a:pt x="13" y="1199"/>
                      <a:pt x="1" y="1342"/>
                      <a:pt x="144" y="1425"/>
                    </a:cubicBezTo>
                    <a:lnTo>
                      <a:pt x="2418" y="2735"/>
                    </a:lnTo>
                    <a:cubicBezTo>
                      <a:pt x="2498" y="2772"/>
                      <a:pt x="2586" y="2791"/>
                      <a:pt x="2674" y="2791"/>
                    </a:cubicBezTo>
                    <a:cubicBezTo>
                      <a:pt x="2782" y="2791"/>
                      <a:pt x="2891" y="2764"/>
                      <a:pt x="2989" y="2711"/>
                    </a:cubicBezTo>
                    <a:lnTo>
                      <a:pt x="4752" y="1687"/>
                    </a:lnTo>
                    <a:cubicBezTo>
                      <a:pt x="4918" y="1592"/>
                      <a:pt x="4942" y="1437"/>
                      <a:pt x="4799" y="1354"/>
                    </a:cubicBezTo>
                    <a:lnTo>
                      <a:pt x="2525" y="56"/>
                    </a:lnTo>
                    <a:cubicBezTo>
                      <a:pt x="2439" y="19"/>
                      <a:pt x="2351" y="0"/>
                      <a:pt x="22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 name="Google Shape;103;p15"/>
              <p:cNvSpPr/>
              <p:nvPr/>
            </p:nvSpPr>
            <p:spPr>
              <a:xfrm>
                <a:off x="3670688" y="3676275"/>
                <a:ext cx="123550" cy="69875"/>
              </a:xfrm>
              <a:custGeom>
                <a:avLst/>
                <a:gdLst/>
                <a:ahLst/>
                <a:cxnLst/>
                <a:rect l="l" t="t" r="r" b="b"/>
                <a:pathLst>
                  <a:path w="4942" h="2795" extrusionOk="0">
                    <a:moveTo>
                      <a:pt x="2268" y="0"/>
                    </a:moveTo>
                    <a:cubicBezTo>
                      <a:pt x="2160" y="0"/>
                      <a:pt x="2051" y="28"/>
                      <a:pt x="1953" y="80"/>
                    </a:cubicBezTo>
                    <a:lnTo>
                      <a:pt x="191" y="1104"/>
                    </a:lnTo>
                    <a:cubicBezTo>
                      <a:pt x="24" y="1199"/>
                      <a:pt x="0" y="1342"/>
                      <a:pt x="143" y="1425"/>
                    </a:cubicBezTo>
                    <a:lnTo>
                      <a:pt x="2417" y="2735"/>
                    </a:lnTo>
                    <a:cubicBezTo>
                      <a:pt x="2501" y="2774"/>
                      <a:pt x="2593" y="2795"/>
                      <a:pt x="2685" y="2795"/>
                    </a:cubicBezTo>
                    <a:cubicBezTo>
                      <a:pt x="2789" y="2795"/>
                      <a:pt x="2894" y="2768"/>
                      <a:pt x="2989" y="2711"/>
                    </a:cubicBezTo>
                    <a:lnTo>
                      <a:pt x="4751" y="1699"/>
                    </a:lnTo>
                    <a:cubicBezTo>
                      <a:pt x="4918" y="1604"/>
                      <a:pt x="4942" y="1449"/>
                      <a:pt x="4787" y="1366"/>
                    </a:cubicBezTo>
                    <a:lnTo>
                      <a:pt x="2525" y="56"/>
                    </a:lnTo>
                    <a:cubicBezTo>
                      <a:pt x="2444" y="19"/>
                      <a:pt x="2357" y="0"/>
                      <a:pt x="22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 name="Google Shape;104;p15"/>
              <p:cNvSpPr/>
              <p:nvPr/>
            </p:nvSpPr>
            <p:spPr>
              <a:xfrm>
                <a:off x="3758188" y="3726875"/>
                <a:ext cx="123550" cy="69925"/>
              </a:xfrm>
              <a:custGeom>
                <a:avLst/>
                <a:gdLst/>
                <a:ahLst/>
                <a:cxnLst/>
                <a:rect l="l" t="t" r="r" b="b"/>
                <a:pathLst>
                  <a:path w="4942" h="2797" extrusionOk="0">
                    <a:moveTo>
                      <a:pt x="2270" y="1"/>
                    </a:moveTo>
                    <a:cubicBezTo>
                      <a:pt x="2163" y="1"/>
                      <a:pt x="2057" y="28"/>
                      <a:pt x="1965" y="80"/>
                    </a:cubicBezTo>
                    <a:lnTo>
                      <a:pt x="191" y="1104"/>
                    </a:lnTo>
                    <a:cubicBezTo>
                      <a:pt x="25" y="1199"/>
                      <a:pt x="1" y="1342"/>
                      <a:pt x="156" y="1426"/>
                    </a:cubicBezTo>
                    <a:lnTo>
                      <a:pt x="2418" y="2735"/>
                    </a:lnTo>
                    <a:cubicBezTo>
                      <a:pt x="2504" y="2775"/>
                      <a:pt x="2599" y="2796"/>
                      <a:pt x="2694" y="2796"/>
                    </a:cubicBezTo>
                    <a:cubicBezTo>
                      <a:pt x="2795" y="2796"/>
                      <a:pt x="2897" y="2772"/>
                      <a:pt x="2989" y="2723"/>
                    </a:cubicBezTo>
                    <a:lnTo>
                      <a:pt x="4751" y="1699"/>
                    </a:lnTo>
                    <a:cubicBezTo>
                      <a:pt x="4918" y="1592"/>
                      <a:pt x="4942" y="1449"/>
                      <a:pt x="4787" y="1366"/>
                    </a:cubicBezTo>
                    <a:lnTo>
                      <a:pt x="2525" y="56"/>
                    </a:lnTo>
                    <a:cubicBezTo>
                      <a:pt x="2445" y="19"/>
                      <a:pt x="2357" y="1"/>
                      <a:pt x="22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 name="Google Shape;105;p15"/>
              <p:cNvSpPr/>
              <p:nvPr/>
            </p:nvSpPr>
            <p:spPr>
              <a:xfrm>
                <a:off x="3845713" y="3777475"/>
                <a:ext cx="123550" cy="69775"/>
              </a:xfrm>
              <a:custGeom>
                <a:avLst/>
                <a:gdLst/>
                <a:ahLst/>
                <a:cxnLst/>
                <a:rect l="l" t="t" r="r" b="b"/>
                <a:pathLst>
                  <a:path w="4942" h="2791" extrusionOk="0">
                    <a:moveTo>
                      <a:pt x="2268" y="1"/>
                    </a:moveTo>
                    <a:cubicBezTo>
                      <a:pt x="2160" y="1"/>
                      <a:pt x="2051" y="28"/>
                      <a:pt x="1953" y="80"/>
                    </a:cubicBezTo>
                    <a:lnTo>
                      <a:pt x="191" y="1104"/>
                    </a:lnTo>
                    <a:cubicBezTo>
                      <a:pt x="24" y="1199"/>
                      <a:pt x="0" y="1342"/>
                      <a:pt x="155" y="1426"/>
                    </a:cubicBezTo>
                    <a:lnTo>
                      <a:pt x="2417" y="2735"/>
                    </a:lnTo>
                    <a:cubicBezTo>
                      <a:pt x="2498" y="2773"/>
                      <a:pt x="2585" y="2791"/>
                      <a:pt x="2674" y="2791"/>
                    </a:cubicBezTo>
                    <a:cubicBezTo>
                      <a:pt x="2782" y="2791"/>
                      <a:pt x="2891" y="2764"/>
                      <a:pt x="2989" y="2711"/>
                    </a:cubicBezTo>
                    <a:lnTo>
                      <a:pt x="4751" y="1687"/>
                    </a:lnTo>
                    <a:cubicBezTo>
                      <a:pt x="4918" y="1592"/>
                      <a:pt x="4941" y="1449"/>
                      <a:pt x="4799" y="1366"/>
                    </a:cubicBezTo>
                    <a:lnTo>
                      <a:pt x="2524" y="56"/>
                    </a:lnTo>
                    <a:cubicBezTo>
                      <a:pt x="2444" y="19"/>
                      <a:pt x="2356" y="1"/>
                      <a:pt x="22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 name="Google Shape;106;p15"/>
              <p:cNvSpPr/>
              <p:nvPr/>
            </p:nvSpPr>
            <p:spPr>
              <a:xfrm>
                <a:off x="3933513" y="3828075"/>
                <a:ext cx="123250" cy="69800"/>
              </a:xfrm>
              <a:custGeom>
                <a:avLst/>
                <a:gdLst/>
                <a:ahLst/>
                <a:cxnLst/>
                <a:rect l="l" t="t" r="r" b="b"/>
                <a:pathLst>
                  <a:path w="4930" h="2792" extrusionOk="0">
                    <a:moveTo>
                      <a:pt x="2258" y="1"/>
                    </a:moveTo>
                    <a:cubicBezTo>
                      <a:pt x="2151" y="1"/>
                      <a:pt x="2045" y="28"/>
                      <a:pt x="1953" y="80"/>
                    </a:cubicBezTo>
                    <a:lnTo>
                      <a:pt x="179" y="1092"/>
                    </a:lnTo>
                    <a:cubicBezTo>
                      <a:pt x="13" y="1199"/>
                      <a:pt x="1" y="1342"/>
                      <a:pt x="144" y="1426"/>
                    </a:cubicBezTo>
                    <a:lnTo>
                      <a:pt x="2406" y="2735"/>
                    </a:lnTo>
                    <a:cubicBezTo>
                      <a:pt x="2491" y="2773"/>
                      <a:pt x="2582" y="2791"/>
                      <a:pt x="2672" y="2791"/>
                    </a:cubicBezTo>
                    <a:cubicBezTo>
                      <a:pt x="2782" y="2791"/>
                      <a:pt x="2891" y="2764"/>
                      <a:pt x="2989" y="2711"/>
                    </a:cubicBezTo>
                    <a:lnTo>
                      <a:pt x="4739" y="1688"/>
                    </a:lnTo>
                    <a:cubicBezTo>
                      <a:pt x="4918" y="1592"/>
                      <a:pt x="4930" y="1449"/>
                      <a:pt x="4787" y="1366"/>
                    </a:cubicBezTo>
                    <a:lnTo>
                      <a:pt x="2513" y="56"/>
                    </a:lnTo>
                    <a:cubicBezTo>
                      <a:pt x="2432" y="19"/>
                      <a:pt x="2345" y="1"/>
                      <a:pt x="22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 name="Google Shape;107;p15"/>
              <p:cNvSpPr/>
              <p:nvPr/>
            </p:nvSpPr>
            <p:spPr>
              <a:xfrm>
                <a:off x="3080738" y="3241325"/>
                <a:ext cx="132775" cy="75600"/>
              </a:xfrm>
              <a:custGeom>
                <a:avLst/>
                <a:gdLst/>
                <a:ahLst/>
                <a:cxnLst/>
                <a:rect l="l" t="t" r="r" b="b"/>
                <a:pathLst>
                  <a:path w="5311" h="3024" extrusionOk="0">
                    <a:moveTo>
                      <a:pt x="2285" y="0"/>
                    </a:moveTo>
                    <a:cubicBezTo>
                      <a:pt x="2192" y="0"/>
                      <a:pt x="2099" y="25"/>
                      <a:pt x="2012" y="71"/>
                    </a:cubicBezTo>
                    <a:lnTo>
                      <a:pt x="155" y="1143"/>
                    </a:lnTo>
                    <a:cubicBezTo>
                      <a:pt x="12" y="1226"/>
                      <a:pt x="0" y="1345"/>
                      <a:pt x="119" y="1417"/>
                    </a:cubicBezTo>
                    <a:lnTo>
                      <a:pt x="2810" y="2976"/>
                    </a:lnTo>
                    <a:cubicBezTo>
                      <a:pt x="2879" y="3008"/>
                      <a:pt x="2952" y="3023"/>
                      <a:pt x="3025" y="3023"/>
                    </a:cubicBezTo>
                    <a:cubicBezTo>
                      <a:pt x="3118" y="3023"/>
                      <a:pt x="3212" y="2999"/>
                      <a:pt x="3298" y="2952"/>
                    </a:cubicBezTo>
                    <a:lnTo>
                      <a:pt x="5156" y="1881"/>
                    </a:lnTo>
                    <a:cubicBezTo>
                      <a:pt x="5299" y="1798"/>
                      <a:pt x="5310" y="1678"/>
                      <a:pt x="5191" y="1607"/>
                    </a:cubicBezTo>
                    <a:lnTo>
                      <a:pt x="2501" y="47"/>
                    </a:lnTo>
                    <a:cubicBezTo>
                      <a:pt x="2432" y="16"/>
                      <a:pt x="2359" y="0"/>
                      <a:pt x="2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 name="Google Shape;108;p15"/>
              <p:cNvSpPr/>
              <p:nvPr/>
            </p:nvSpPr>
            <p:spPr>
              <a:xfrm>
                <a:off x="3178963" y="3298175"/>
                <a:ext cx="133075" cy="75600"/>
              </a:xfrm>
              <a:custGeom>
                <a:avLst/>
                <a:gdLst/>
                <a:ahLst/>
                <a:cxnLst/>
                <a:rect l="l" t="t" r="r" b="b"/>
                <a:pathLst>
                  <a:path w="5323" h="3024" extrusionOk="0">
                    <a:moveTo>
                      <a:pt x="2286" y="1"/>
                    </a:moveTo>
                    <a:cubicBezTo>
                      <a:pt x="2195" y="1"/>
                      <a:pt x="2104" y="25"/>
                      <a:pt x="2024" y="71"/>
                    </a:cubicBezTo>
                    <a:lnTo>
                      <a:pt x="155" y="1143"/>
                    </a:lnTo>
                    <a:cubicBezTo>
                      <a:pt x="12" y="1226"/>
                      <a:pt x="0" y="1345"/>
                      <a:pt x="131" y="1417"/>
                    </a:cubicBezTo>
                    <a:lnTo>
                      <a:pt x="2822" y="2976"/>
                    </a:lnTo>
                    <a:cubicBezTo>
                      <a:pt x="2891" y="3008"/>
                      <a:pt x="2964" y="3023"/>
                      <a:pt x="3036" y="3023"/>
                    </a:cubicBezTo>
                    <a:cubicBezTo>
                      <a:pt x="3128" y="3023"/>
                      <a:pt x="3219" y="2999"/>
                      <a:pt x="3298" y="2953"/>
                    </a:cubicBezTo>
                    <a:lnTo>
                      <a:pt x="5156" y="1881"/>
                    </a:lnTo>
                    <a:cubicBezTo>
                      <a:pt x="5299" y="1798"/>
                      <a:pt x="5322" y="1679"/>
                      <a:pt x="5191" y="1607"/>
                    </a:cubicBezTo>
                    <a:lnTo>
                      <a:pt x="2501" y="47"/>
                    </a:lnTo>
                    <a:cubicBezTo>
                      <a:pt x="2432" y="16"/>
                      <a:pt x="2359" y="1"/>
                      <a:pt x="2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 name="Google Shape;109;p15"/>
              <p:cNvSpPr/>
              <p:nvPr/>
            </p:nvSpPr>
            <p:spPr>
              <a:xfrm>
                <a:off x="3277488" y="3354900"/>
                <a:ext cx="132775" cy="75600"/>
              </a:xfrm>
              <a:custGeom>
                <a:avLst/>
                <a:gdLst/>
                <a:ahLst/>
                <a:cxnLst/>
                <a:rect l="l" t="t" r="r" b="b"/>
                <a:pathLst>
                  <a:path w="5311" h="3024" extrusionOk="0">
                    <a:moveTo>
                      <a:pt x="2256" y="0"/>
                    </a:moveTo>
                    <a:cubicBezTo>
                      <a:pt x="2170" y="0"/>
                      <a:pt x="2087" y="21"/>
                      <a:pt x="2012" y="64"/>
                    </a:cubicBezTo>
                    <a:lnTo>
                      <a:pt x="155" y="1148"/>
                    </a:lnTo>
                    <a:cubicBezTo>
                      <a:pt x="12" y="1231"/>
                      <a:pt x="0" y="1350"/>
                      <a:pt x="119" y="1422"/>
                    </a:cubicBezTo>
                    <a:lnTo>
                      <a:pt x="2810" y="2981"/>
                    </a:lnTo>
                    <a:cubicBezTo>
                      <a:pt x="2881" y="3009"/>
                      <a:pt x="2957" y="3023"/>
                      <a:pt x="3032" y="3023"/>
                    </a:cubicBezTo>
                    <a:cubicBezTo>
                      <a:pt x="3121" y="3023"/>
                      <a:pt x="3209" y="3003"/>
                      <a:pt x="3286" y="2958"/>
                    </a:cubicBezTo>
                    <a:lnTo>
                      <a:pt x="5156" y="1886"/>
                    </a:lnTo>
                    <a:cubicBezTo>
                      <a:pt x="5299" y="1803"/>
                      <a:pt x="5310" y="1672"/>
                      <a:pt x="5191" y="1600"/>
                    </a:cubicBezTo>
                    <a:lnTo>
                      <a:pt x="2489" y="53"/>
                    </a:lnTo>
                    <a:cubicBezTo>
                      <a:pt x="2414" y="18"/>
                      <a:pt x="2334" y="0"/>
                      <a:pt x="22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 name="Google Shape;110;p15"/>
              <p:cNvSpPr/>
              <p:nvPr/>
            </p:nvSpPr>
            <p:spPr>
              <a:xfrm>
                <a:off x="3375713" y="3411575"/>
                <a:ext cx="133075" cy="75600"/>
              </a:xfrm>
              <a:custGeom>
                <a:avLst/>
                <a:gdLst/>
                <a:ahLst/>
                <a:cxnLst/>
                <a:rect l="l" t="t" r="r" b="b"/>
                <a:pathLst>
                  <a:path w="5323" h="3024" extrusionOk="0">
                    <a:moveTo>
                      <a:pt x="2286" y="1"/>
                    </a:moveTo>
                    <a:cubicBezTo>
                      <a:pt x="2195" y="1"/>
                      <a:pt x="2104" y="25"/>
                      <a:pt x="2024" y="71"/>
                    </a:cubicBezTo>
                    <a:lnTo>
                      <a:pt x="167" y="1143"/>
                    </a:lnTo>
                    <a:cubicBezTo>
                      <a:pt x="24" y="1226"/>
                      <a:pt x="0" y="1345"/>
                      <a:pt x="131" y="1417"/>
                    </a:cubicBezTo>
                    <a:lnTo>
                      <a:pt x="2822" y="2977"/>
                    </a:lnTo>
                    <a:cubicBezTo>
                      <a:pt x="2891" y="3008"/>
                      <a:pt x="2964" y="3024"/>
                      <a:pt x="3036" y="3024"/>
                    </a:cubicBezTo>
                    <a:cubicBezTo>
                      <a:pt x="3128" y="3024"/>
                      <a:pt x="3219" y="2999"/>
                      <a:pt x="3298" y="2953"/>
                    </a:cubicBezTo>
                    <a:lnTo>
                      <a:pt x="5168" y="1881"/>
                    </a:lnTo>
                    <a:cubicBezTo>
                      <a:pt x="5311" y="1798"/>
                      <a:pt x="5322" y="1679"/>
                      <a:pt x="5203" y="1607"/>
                    </a:cubicBezTo>
                    <a:lnTo>
                      <a:pt x="2501" y="48"/>
                    </a:lnTo>
                    <a:cubicBezTo>
                      <a:pt x="2432" y="16"/>
                      <a:pt x="2359" y="1"/>
                      <a:pt x="2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 name="Google Shape;111;p15"/>
              <p:cNvSpPr/>
              <p:nvPr/>
            </p:nvSpPr>
            <p:spPr>
              <a:xfrm>
                <a:off x="3473938" y="3468425"/>
                <a:ext cx="133075" cy="75600"/>
              </a:xfrm>
              <a:custGeom>
                <a:avLst/>
                <a:gdLst/>
                <a:ahLst/>
                <a:cxnLst/>
                <a:rect l="l" t="t" r="r" b="b"/>
                <a:pathLst>
                  <a:path w="5323" h="3024" extrusionOk="0">
                    <a:moveTo>
                      <a:pt x="2286" y="1"/>
                    </a:moveTo>
                    <a:cubicBezTo>
                      <a:pt x="2195" y="1"/>
                      <a:pt x="2104" y="25"/>
                      <a:pt x="2024" y="72"/>
                    </a:cubicBezTo>
                    <a:lnTo>
                      <a:pt x="167" y="1143"/>
                    </a:lnTo>
                    <a:cubicBezTo>
                      <a:pt x="24" y="1226"/>
                      <a:pt x="0" y="1346"/>
                      <a:pt x="131" y="1417"/>
                    </a:cubicBezTo>
                    <a:lnTo>
                      <a:pt x="2822" y="2977"/>
                    </a:lnTo>
                    <a:cubicBezTo>
                      <a:pt x="2891" y="3008"/>
                      <a:pt x="2964" y="3024"/>
                      <a:pt x="3036" y="3024"/>
                    </a:cubicBezTo>
                    <a:cubicBezTo>
                      <a:pt x="3128" y="3024"/>
                      <a:pt x="3219" y="2999"/>
                      <a:pt x="3298" y="2953"/>
                    </a:cubicBezTo>
                    <a:lnTo>
                      <a:pt x="5168" y="1881"/>
                    </a:lnTo>
                    <a:cubicBezTo>
                      <a:pt x="5311" y="1798"/>
                      <a:pt x="5322" y="1679"/>
                      <a:pt x="5203" y="1607"/>
                    </a:cubicBezTo>
                    <a:lnTo>
                      <a:pt x="2501" y="48"/>
                    </a:lnTo>
                    <a:cubicBezTo>
                      <a:pt x="2432" y="16"/>
                      <a:pt x="2359" y="1"/>
                      <a:pt x="2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12;p15"/>
              <p:cNvSpPr/>
              <p:nvPr/>
            </p:nvSpPr>
            <p:spPr>
              <a:xfrm>
                <a:off x="3572463" y="3525275"/>
                <a:ext cx="132775" cy="75600"/>
              </a:xfrm>
              <a:custGeom>
                <a:avLst/>
                <a:gdLst/>
                <a:ahLst/>
                <a:cxnLst/>
                <a:rect l="l" t="t" r="r" b="b"/>
                <a:pathLst>
                  <a:path w="5311" h="3024" extrusionOk="0">
                    <a:moveTo>
                      <a:pt x="2285" y="1"/>
                    </a:moveTo>
                    <a:cubicBezTo>
                      <a:pt x="2192" y="1"/>
                      <a:pt x="2099" y="25"/>
                      <a:pt x="2013" y="72"/>
                    </a:cubicBezTo>
                    <a:lnTo>
                      <a:pt x="155" y="1143"/>
                    </a:lnTo>
                    <a:cubicBezTo>
                      <a:pt x="12" y="1227"/>
                      <a:pt x="0" y="1346"/>
                      <a:pt x="119" y="1417"/>
                    </a:cubicBezTo>
                    <a:lnTo>
                      <a:pt x="2810" y="2977"/>
                    </a:lnTo>
                    <a:cubicBezTo>
                      <a:pt x="2879" y="3008"/>
                      <a:pt x="2952" y="3024"/>
                      <a:pt x="3026" y="3024"/>
                    </a:cubicBezTo>
                    <a:cubicBezTo>
                      <a:pt x="3118" y="3024"/>
                      <a:pt x="3212" y="2999"/>
                      <a:pt x="3298" y="2953"/>
                    </a:cubicBezTo>
                    <a:lnTo>
                      <a:pt x="5156" y="1881"/>
                    </a:lnTo>
                    <a:cubicBezTo>
                      <a:pt x="5299" y="1798"/>
                      <a:pt x="5311" y="1679"/>
                      <a:pt x="5191" y="1608"/>
                    </a:cubicBezTo>
                    <a:lnTo>
                      <a:pt x="2501" y="48"/>
                    </a:lnTo>
                    <a:cubicBezTo>
                      <a:pt x="2432" y="16"/>
                      <a:pt x="2359" y="1"/>
                      <a:pt x="22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 name="Google Shape;113;p15"/>
              <p:cNvSpPr/>
              <p:nvPr/>
            </p:nvSpPr>
            <p:spPr>
              <a:xfrm>
                <a:off x="3670688" y="3582000"/>
                <a:ext cx="133075" cy="75600"/>
              </a:xfrm>
              <a:custGeom>
                <a:avLst/>
                <a:gdLst/>
                <a:ahLst/>
                <a:cxnLst/>
                <a:rect l="l" t="t" r="r" b="b"/>
                <a:pathLst>
                  <a:path w="5323" h="3024" extrusionOk="0">
                    <a:moveTo>
                      <a:pt x="2268" y="1"/>
                    </a:moveTo>
                    <a:cubicBezTo>
                      <a:pt x="2182" y="1"/>
                      <a:pt x="2099" y="22"/>
                      <a:pt x="2024" y="65"/>
                    </a:cubicBezTo>
                    <a:lnTo>
                      <a:pt x="167" y="1148"/>
                    </a:lnTo>
                    <a:cubicBezTo>
                      <a:pt x="12" y="1232"/>
                      <a:pt x="0" y="1351"/>
                      <a:pt x="131" y="1422"/>
                    </a:cubicBezTo>
                    <a:lnTo>
                      <a:pt x="2822" y="2982"/>
                    </a:lnTo>
                    <a:cubicBezTo>
                      <a:pt x="2893" y="3009"/>
                      <a:pt x="2969" y="3024"/>
                      <a:pt x="3044" y="3024"/>
                    </a:cubicBezTo>
                    <a:cubicBezTo>
                      <a:pt x="3133" y="3024"/>
                      <a:pt x="3221" y="3003"/>
                      <a:pt x="3298" y="2958"/>
                    </a:cubicBezTo>
                    <a:lnTo>
                      <a:pt x="5156" y="1887"/>
                    </a:lnTo>
                    <a:cubicBezTo>
                      <a:pt x="5299" y="1803"/>
                      <a:pt x="5323" y="1672"/>
                      <a:pt x="5192" y="1601"/>
                    </a:cubicBezTo>
                    <a:lnTo>
                      <a:pt x="2501" y="53"/>
                    </a:lnTo>
                    <a:cubicBezTo>
                      <a:pt x="2426" y="19"/>
                      <a:pt x="2346" y="1"/>
                      <a:pt x="22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15"/>
              <p:cNvSpPr/>
              <p:nvPr/>
            </p:nvSpPr>
            <p:spPr>
              <a:xfrm>
                <a:off x="3769213" y="3638850"/>
                <a:ext cx="132775" cy="75575"/>
              </a:xfrm>
              <a:custGeom>
                <a:avLst/>
                <a:gdLst/>
                <a:ahLst/>
                <a:cxnLst/>
                <a:rect l="l" t="t" r="r" b="b"/>
                <a:pathLst>
                  <a:path w="5311" h="3023" extrusionOk="0">
                    <a:moveTo>
                      <a:pt x="2266" y="1"/>
                    </a:moveTo>
                    <a:cubicBezTo>
                      <a:pt x="2180" y="1"/>
                      <a:pt x="2093" y="22"/>
                      <a:pt x="2013" y="65"/>
                    </a:cubicBezTo>
                    <a:lnTo>
                      <a:pt x="155" y="1137"/>
                    </a:lnTo>
                    <a:cubicBezTo>
                      <a:pt x="12" y="1220"/>
                      <a:pt x="0" y="1351"/>
                      <a:pt x="119" y="1422"/>
                    </a:cubicBezTo>
                    <a:lnTo>
                      <a:pt x="2810" y="2970"/>
                    </a:lnTo>
                    <a:cubicBezTo>
                      <a:pt x="2885" y="3004"/>
                      <a:pt x="2965" y="3022"/>
                      <a:pt x="3045" y="3022"/>
                    </a:cubicBezTo>
                    <a:cubicBezTo>
                      <a:pt x="3131" y="3022"/>
                      <a:pt x="3218" y="3001"/>
                      <a:pt x="3298" y="2958"/>
                    </a:cubicBezTo>
                    <a:lnTo>
                      <a:pt x="5156" y="1875"/>
                    </a:lnTo>
                    <a:cubicBezTo>
                      <a:pt x="5299" y="1803"/>
                      <a:pt x="5311" y="1672"/>
                      <a:pt x="5192" y="1601"/>
                    </a:cubicBezTo>
                    <a:lnTo>
                      <a:pt x="2501" y="53"/>
                    </a:lnTo>
                    <a:cubicBezTo>
                      <a:pt x="2426" y="19"/>
                      <a:pt x="2346" y="1"/>
                      <a:pt x="22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 name="Google Shape;115;p15"/>
              <p:cNvSpPr/>
              <p:nvPr/>
            </p:nvSpPr>
            <p:spPr>
              <a:xfrm>
                <a:off x="3867438" y="3695550"/>
                <a:ext cx="132775" cy="75600"/>
              </a:xfrm>
              <a:custGeom>
                <a:avLst/>
                <a:gdLst/>
                <a:ahLst/>
                <a:cxnLst/>
                <a:rect l="l" t="t" r="r" b="b"/>
                <a:pathLst>
                  <a:path w="5311" h="3024" extrusionOk="0">
                    <a:moveTo>
                      <a:pt x="2285" y="0"/>
                    </a:moveTo>
                    <a:cubicBezTo>
                      <a:pt x="2193" y="0"/>
                      <a:pt x="2099" y="25"/>
                      <a:pt x="2013" y="71"/>
                    </a:cubicBezTo>
                    <a:lnTo>
                      <a:pt x="155" y="1143"/>
                    </a:lnTo>
                    <a:cubicBezTo>
                      <a:pt x="12" y="1226"/>
                      <a:pt x="0" y="1357"/>
                      <a:pt x="120" y="1428"/>
                    </a:cubicBezTo>
                    <a:lnTo>
                      <a:pt x="2822" y="2976"/>
                    </a:lnTo>
                    <a:cubicBezTo>
                      <a:pt x="2891" y="3008"/>
                      <a:pt x="2962" y="3023"/>
                      <a:pt x="3033" y="3023"/>
                    </a:cubicBezTo>
                    <a:cubicBezTo>
                      <a:pt x="3122" y="3023"/>
                      <a:pt x="3212" y="2999"/>
                      <a:pt x="3298" y="2952"/>
                    </a:cubicBezTo>
                    <a:lnTo>
                      <a:pt x="5156" y="1881"/>
                    </a:lnTo>
                    <a:cubicBezTo>
                      <a:pt x="5299" y="1797"/>
                      <a:pt x="5311" y="1678"/>
                      <a:pt x="5192" y="1607"/>
                    </a:cubicBezTo>
                    <a:lnTo>
                      <a:pt x="2501" y="47"/>
                    </a:lnTo>
                    <a:cubicBezTo>
                      <a:pt x="2432" y="16"/>
                      <a:pt x="2359" y="0"/>
                      <a:pt x="2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 name="Google Shape;116;p15"/>
              <p:cNvSpPr/>
              <p:nvPr/>
            </p:nvSpPr>
            <p:spPr>
              <a:xfrm>
                <a:off x="3965963" y="3752400"/>
                <a:ext cx="132775" cy="75600"/>
              </a:xfrm>
              <a:custGeom>
                <a:avLst/>
                <a:gdLst/>
                <a:ahLst/>
                <a:cxnLst/>
                <a:rect l="l" t="t" r="r" b="b"/>
                <a:pathLst>
                  <a:path w="5311" h="3024" extrusionOk="0">
                    <a:moveTo>
                      <a:pt x="2274" y="0"/>
                    </a:moveTo>
                    <a:cubicBezTo>
                      <a:pt x="2183" y="0"/>
                      <a:pt x="2092" y="25"/>
                      <a:pt x="2013" y="71"/>
                    </a:cubicBezTo>
                    <a:lnTo>
                      <a:pt x="155" y="1143"/>
                    </a:lnTo>
                    <a:cubicBezTo>
                      <a:pt x="12" y="1226"/>
                      <a:pt x="0" y="1345"/>
                      <a:pt x="119" y="1417"/>
                    </a:cubicBezTo>
                    <a:lnTo>
                      <a:pt x="2810" y="2976"/>
                    </a:lnTo>
                    <a:cubicBezTo>
                      <a:pt x="2879" y="3008"/>
                      <a:pt x="2952" y="3023"/>
                      <a:pt x="3025" y="3023"/>
                    </a:cubicBezTo>
                    <a:cubicBezTo>
                      <a:pt x="3116" y="3023"/>
                      <a:pt x="3207" y="2999"/>
                      <a:pt x="3287" y="2952"/>
                    </a:cubicBezTo>
                    <a:lnTo>
                      <a:pt x="5156" y="1881"/>
                    </a:lnTo>
                    <a:cubicBezTo>
                      <a:pt x="5299" y="1798"/>
                      <a:pt x="5311" y="1678"/>
                      <a:pt x="5192" y="1607"/>
                    </a:cubicBezTo>
                    <a:lnTo>
                      <a:pt x="2489" y="47"/>
                    </a:lnTo>
                    <a:cubicBezTo>
                      <a:pt x="2420" y="16"/>
                      <a:pt x="2347" y="0"/>
                      <a:pt x="22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 name="Google Shape;117;p15"/>
              <p:cNvSpPr/>
              <p:nvPr/>
            </p:nvSpPr>
            <p:spPr>
              <a:xfrm>
                <a:off x="4064188" y="3809250"/>
                <a:ext cx="133075" cy="75600"/>
              </a:xfrm>
              <a:custGeom>
                <a:avLst/>
                <a:gdLst/>
                <a:ahLst/>
                <a:cxnLst/>
                <a:rect l="l" t="t" r="r" b="b"/>
                <a:pathLst>
                  <a:path w="5323" h="3024" extrusionOk="0">
                    <a:moveTo>
                      <a:pt x="2286" y="0"/>
                    </a:moveTo>
                    <a:cubicBezTo>
                      <a:pt x="2195" y="0"/>
                      <a:pt x="2104" y="25"/>
                      <a:pt x="2025" y="71"/>
                    </a:cubicBezTo>
                    <a:lnTo>
                      <a:pt x="155" y="1143"/>
                    </a:lnTo>
                    <a:cubicBezTo>
                      <a:pt x="12" y="1226"/>
                      <a:pt x="0" y="1345"/>
                      <a:pt x="120" y="1417"/>
                    </a:cubicBezTo>
                    <a:lnTo>
                      <a:pt x="2822" y="2976"/>
                    </a:lnTo>
                    <a:cubicBezTo>
                      <a:pt x="2891" y="3008"/>
                      <a:pt x="2964" y="3023"/>
                      <a:pt x="3037" y="3023"/>
                    </a:cubicBezTo>
                    <a:cubicBezTo>
                      <a:pt x="3128" y="3023"/>
                      <a:pt x="3219" y="2999"/>
                      <a:pt x="3299" y="2953"/>
                    </a:cubicBezTo>
                    <a:lnTo>
                      <a:pt x="5168" y="1881"/>
                    </a:lnTo>
                    <a:cubicBezTo>
                      <a:pt x="5311" y="1798"/>
                      <a:pt x="5323" y="1667"/>
                      <a:pt x="5204" y="1607"/>
                    </a:cubicBezTo>
                    <a:lnTo>
                      <a:pt x="2501" y="47"/>
                    </a:lnTo>
                    <a:cubicBezTo>
                      <a:pt x="2432" y="16"/>
                      <a:pt x="2359" y="0"/>
                      <a:pt x="2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 name="Google Shape;118;p15"/>
              <p:cNvSpPr/>
              <p:nvPr/>
            </p:nvSpPr>
            <p:spPr>
              <a:xfrm>
                <a:off x="3915663" y="4005975"/>
                <a:ext cx="145875" cy="83075"/>
              </a:xfrm>
              <a:custGeom>
                <a:avLst/>
                <a:gdLst/>
                <a:ahLst/>
                <a:cxnLst/>
                <a:rect l="l" t="t" r="r" b="b"/>
                <a:pathLst>
                  <a:path w="5835" h="3323" extrusionOk="0">
                    <a:moveTo>
                      <a:pt x="2283" y="0"/>
                    </a:moveTo>
                    <a:cubicBezTo>
                      <a:pt x="2200" y="0"/>
                      <a:pt x="2119" y="22"/>
                      <a:pt x="2048" y="60"/>
                    </a:cubicBezTo>
                    <a:lnTo>
                      <a:pt x="155" y="1156"/>
                    </a:lnTo>
                    <a:cubicBezTo>
                      <a:pt x="12" y="1227"/>
                      <a:pt x="0" y="1346"/>
                      <a:pt x="119" y="1418"/>
                    </a:cubicBezTo>
                    <a:lnTo>
                      <a:pt x="3346" y="3275"/>
                    </a:lnTo>
                    <a:cubicBezTo>
                      <a:pt x="3411" y="3308"/>
                      <a:pt x="3482" y="3323"/>
                      <a:pt x="3553" y="3323"/>
                    </a:cubicBezTo>
                    <a:cubicBezTo>
                      <a:pt x="3637" y="3323"/>
                      <a:pt x="3721" y="3302"/>
                      <a:pt x="3798" y="3263"/>
                    </a:cubicBezTo>
                    <a:lnTo>
                      <a:pt x="5680" y="2168"/>
                    </a:lnTo>
                    <a:cubicBezTo>
                      <a:pt x="5811" y="2096"/>
                      <a:pt x="5834" y="1977"/>
                      <a:pt x="5715" y="1906"/>
                    </a:cubicBezTo>
                    <a:lnTo>
                      <a:pt x="2489" y="48"/>
                    </a:lnTo>
                    <a:cubicBezTo>
                      <a:pt x="2423" y="16"/>
                      <a:pt x="2353" y="0"/>
                      <a:pt x="22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 name="Google Shape;119;p15"/>
              <p:cNvSpPr/>
              <p:nvPr/>
            </p:nvSpPr>
            <p:spPr>
              <a:xfrm>
                <a:off x="3809388" y="3944650"/>
                <a:ext cx="145875" cy="83100"/>
              </a:xfrm>
              <a:custGeom>
                <a:avLst/>
                <a:gdLst/>
                <a:ahLst/>
                <a:cxnLst/>
                <a:rect l="l" t="t" r="r" b="b"/>
                <a:pathLst>
                  <a:path w="5835" h="3324" extrusionOk="0">
                    <a:moveTo>
                      <a:pt x="2282" y="1"/>
                    </a:moveTo>
                    <a:cubicBezTo>
                      <a:pt x="2198" y="1"/>
                      <a:pt x="2114" y="22"/>
                      <a:pt x="2037" y="61"/>
                    </a:cubicBezTo>
                    <a:lnTo>
                      <a:pt x="156" y="1156"/>
                    </a:lnTo>
                    <a:cubicBezTo>
                      <a:pt x="13" y="1227"/>
                      <a:pt x="1" y="1347"/>
                      <a:pt x="120" y="1418"/>
                    </a:cubicBezTo>
                    <a:lnTo>
                      <a:pt x="3346" y="3275"/>
                    </a:lnTo>
                    <a:cubicBezTo>
                      <a:pt x="3412" y="3308"/>
                      <a:pt x="3482" y="3323"/>
                      <a:pt x="3552" y="3323"/>
                    </a:cubicBezTo>
                    <a:cubicBezTo>
                      <a:pt x="3635" y="3323"/>
                      <a:pt x="3716" y="3302"/>
                      <a:pt x="3787" y="3263"/>
                    </a:cubicBezTo>
                    <a:lnTo>
                      <a:pt x="5680" y="2168"/>
                    </a:lnTo>
                    <a:cubicBezTo>
                      <a:pt x="5811" y="2097"/>
                      <a:pt x="5835" y="1978"/>
                      <a:pt x="5716" y="1906"/>
                    </a:cubicBezTo>
                    <a:lnTo>
                      <a:pt x="2489" y="49"/>
                    </a:lnTo>
                    <a:cubicBezTo>
                      <a:pt x="2424" y="16"/>
                      <a:pt x="2353" y="1"/>
                      <a:pt x="22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 name="Google Shape;120;p15"/>
              <p:cNvSpPr/>
              <p:nvPr/>
            </p:nvSpPr>
            <p:spPr>
              <a:xfrm>
                <a:off x="3703138" y="3883350"/>
                <a:ext cx="145875" cy="82950"/>
              </a:xfrm>
              <a:custGeom>
                <a:avLst/>
                <a:gdLst/>
                <a:ahLst/>
                <a:cxnLst/>
                <a:rect l="l" t="t" r="r" b="b"/>
                <a:pathLst>
                  <a:path w="5835" h="3318" extrusionOk="0">
                    <a:moveTo>
                      <a:pt x="2282" y="0"/>
                    </a:moveTo>
                    <a:cubicBezTo>
                      <a:pt x="2198" y="0"/>
                      <a:pt x="2114" y="21"/>
                      <a:pt x="2036" y="60"/>
                    </a:cubicBezTo>
                    <a:lnTo>
                      <a:pt x="143" y="1155"/>
                    </a:lnTo>
                    <a:cubicBezTo>
                      <a:pt x="12" y="1227"/>
                      <a:pt x="0" y="1346"/>
                      <a:pt x="119" y="1417"/>
                    </a:cubicBezTo>
                    <a:lnTo>
                      <a:pt x="3346" y="3275"/>
                    </a:lnTo>
                    <a:cubicBezTo>
                      <a:pt x="3414" y="3303"/>
                      <a:pt x="3488" y="3318"/>
                      <a:pt x="3560" y="3318"/>
                    </a:cubicBezTo>
                    <a:cubicBezTo>
                      <a:pt x="3640" y="3318"/>
                      <a:pt x="3718" y="3300"/>
                      <a:pt x="3786" y="3263"/>
                    </a:cubicBezTo>
                    <a:lnTo>
                      <a:pt x="5679" y="2167"/>
                    </a:lnTo>
                    <a:cubicBezTo>
                      <a:pt x="5810" y="2084"/>
                      <a:pt x="5834" y="1977"/>
                      <a:pt x="5715" y="1905"/>
                    </a:cubicBezTo>
                    <a:lnTo>
                      <a:pt x="2489" y="48"/>
                    </a:lnTo>
                    <a:cubicBezTo>
                      <a:pt x="2423" y="15"/>
                      <a:pt x="2353" y="0"/>
                      <a:pt x="22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 name="Google Shape;121;p15"/>
              <p:cNvSpPr/>
              <p:nvPr/>
            </p:nvSpPr>
            <p:spPr>
              <a:xfrm>
                <a:off x="3042338" y="3501700"/>
                <a:ext cx="700400" cy="403300"/>
              </a:xfrm>
              <a:custGeom>
                <a:avLst/>
                <a:gdLst/>
                <a:ahLst/>
                <a:cxnLst/>
                <a:rect l="l" t="t" r="r" b="b"/>
                <a:pathLst>
                  <a:path w="28016" h="16132" extrusionOk="0">
                    <a:moveTo>
                      <a:pt x="2294" y="0"/>
                    </a:moveTo>
                    <a:cubicBezTo>
                      <a:pt x="2206" y="0"/>
                      <a:pt x="2117" y="22"/>
                      <a:pt x="2036" y="62"/>
                    </a:cubicBezTo>
                    <a:lnTo>
                      <a:pt x="155" y="1158"/>
                    </a:lnTo>
                    <a:cubicBezTo>
                      <a:pt x="12" y="1229"/>
                      <a:pt x="0" y="1348"/>
                      <a:pt x="119" y="1419"/>
                    </a:cubicBezTo>
                    <a:lnTo>
                      <a:pt x="25539" y="16088"/>
                    </a:lnTo>
                    <a:cubicBezTo>
                      <a:pt x="25607" y="16116"/>
                      <a:pt x="25678" y="16131"/>
                      <a:pt x="25749" y="16131"/>
                    </a:cubicBezTo>
                    <a:cubicBezTo>
                      <a:pt x="25827" y="16131"/>
                      <a:pt x="25905" y="16113"/>
                      <a:pt x="25980" y="16076"/>
                    </a:cubicBezTo>
                    <a:lnTo>
                      <a:pt x="27873" y="14981"/>
                    </a:lnTo>
                    <a:cubicBezTo>
                      <a:pt x="28004" y="14897"/>
                      <a:pt x="28016" y="14790"/>
                      <a:pt x="27909" y="14719"/>
                    </a:cubicBezTo>
                    <a:lnTo>
                      <a:pt x="2489" y="38"/>
                    </a:lnTo>
                    <a:cubicBezTo>
                      <a:pt x="2427" y="13"/>
                      <a:pt x="2361" y="0"/>
                      <a:pt x="22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22" name="Google Shape;122;p15"/>
            <p:cNvSpPr/>
            <p:nvPr/>
          </p:nvSpPr>
          <p:spPr>
            <a:xfrm>
              <a:off x="3548638" y="2988300"/>
              <a:ext cx="838525" cy="489075"/>
            </a:xfrm>
            <a:custGeom>
              <a:avLst/>
              <a:gdLst/>
              <a:ahLst/>
              <a:cxnLst/>
              <a:rect l="l" t="t" r="r" b="b"/>
              <a:pathLst>
                <a:path w="33541" h="19563" extrusionOk="0">
                  <a:moveTo>
                    <a:pt x="32481" y="13526"/>
                  </a:moveTo>
                  <a:lnTo>
                    <a:pt x="9585" y="298"/>
                  </a:lnTo>
                  <a:cubicBezTo>
                    <a:pt x="9073" y="0"/>
                    <a:pt x="8180" y="48"/>
                    <a:pt x="7585" y="381"/>
                  </a:cubicBezTo>
                  <a:lnTo>
                    <a:pt x="680" y="4370"/>
                  </a:lnTo>
                  <a:lnTo>
                    <a:pt x="1" y="4215"/>
                  </a:lnTo>
                  <a:lnTo>
                    <a:pt x="1" y="5132"/>
                  </a:lnTo>
                  <a:cubicBezTo>
                    <a:pt x="25" y="5346"/>
                    <a:pt x="156" y="5537"/>
                    <a:pt x="346" y="5632"/>
                  </a:cubicBezTo>
                  <a:lnTo>
                    <a:pt x="23968" y="19265"/>
                  </a:lnTo>
                  <a:cubicBezTo>
                    <a:pt x="24480" y="19562"/>
                    <a:pt x="25373" y="19527"/>
                    <a:pt x="25968" y="19181"/>
                  </a:cubicBezTo>
                  <a:lnTo>
                    <a:pt x="33053" y="15098"/>
                  </a:lnTo>
                  <a:cubicBezTo>
                    <a:pt x="33374" y="14907"/>
                    <a:pt x="33541" y="14669"/>
                    <a:pt x="33541" y="14443"/>
                  </a:cubicBezTo>
                  <a:lnTo>
                    <a:pt x="33541" y="13526"/>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 name="Google Shape;123;p15"/>
            <p:cNvSpPr/>
            <p:nvPr/>
          </p:nvSpPr>
          <p:spPr>
            <a:xfrm>
              <a:off x="3548638" y="2968000"/>
              <a:ext cx="838525" cy="484075"/>
            </a:xfrm>
            <a:custGeom>
              <a:avLst/>
              <a:gdLst/>
              <a:ahLst/>
              <a:cxnLst/>
              <a:rect l="l" t="t" r="r" b="b"/>
              <a:pathLst>
                <a:path w="33541" h="19363" extrusionOk="0">
                  <a:moveTo>
                    <a:pt x="8720" y="1"/>
                  </a:moveTo>
                  <a:cubicBezTo>
                    <a:pt x="8327" y="1"/>
                    <a:pt x="7911" y="94"/>
                    <a:pt x="7585" y="277"/>
                  </a:cubicBezTo>
                  <a:lnTo>
                    <a:pt x="489" y="4372"/>
                  </a:lnTo>
                  <a:cubicBezTo>
                    <a:pt x="168" y="4563"/>
                    <a:pt x="1" y="4801"/>
                    <a:pt x="1" y="5027"/>
                  </a:cubicBezTo>
                  <a:cubicBezTo>
                    <a:pt x="25" y="5242"/>
                    <a:pt x="156" y="5432"/>
                    <a:pt x="346" y="5527"/>
                  </a:cubicBezTo>
                  <a:lnTo>
                    <a:pt x="23968" y="19160"/>
                  </a:lnTo>
                  <a:cubicBezTo>
                    <a:pt x="24202" y="19296"/>
                    <a:pt x="24517" y="19363"/>
                    <a:pt x="24845" y="19363"/>
                  </a:cubicBezTo>
                  <a:cubicBezTo>
                    <a:pt x="25235" y="19363"/>
                    <a:pt x="25646" y="19269"/>
                    <a:pt x="25968" y="19088"/>
                  </a:cubicBezTo>
                  <a:lnTo>
                    <a:pt x="33053" y="14993"/>
                  </a:lnTo>
                  <a:cubicBezTo>
                    <a:pt x="33374" y="14802"/>
                    <a:pt x="33541" y="14564"/>
                    <a:pt x="33541" y="14338"/>
                  </a:cubicBezTo>
                  <a:cubicBezTo>
                    <a:pt x="33529" y="14112"/>
                    <a:pt x="33398" y="13921"/>
                    <a:pt x="33195" y="13838"/>
                  </a:cubicBezTo>
                  <a:lnTo>
                    <a:pt x="9585" y="193"/>
                  </a:lnTo>
                  <a:cubicBezTo>
                    <a:pt x="9354" y="64"/>
                    <a:pt x="9045" y="1"/>
                    <a:pt x="8720" y="1"/>
                  </a:cubicBez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 name="Google Shape;124;p15"/>
            <p:cNvSpPr/>
            <p:nvPr/>
          </p:nvSpPr>
          <p:spPr>
            <a:xfrm>
              <a:off x="3760888" y="2885900"/>
              <a:ext cx="414350" cy="444425"/>
            </a:xfrm>
            <a:custGeom>
              <a:avLst/>
              <a:gdLst/>
              <a:ahLst/>
              <a:cxnLst/>
              <a:rect l="l" t="t" r="r" b="b"/>
              <a:pathLst>
                <a:path w="16574" h="17777" extrusionOk="0">
                  <a:moveTo>
                    <a:pt x="14323" y="8073"/>
                  </a:moveTo>
                  <a:lnTo>
                    <a:pt x="0" y="1"/>
                  </a:lnTo>
                  <a:lnTo>
                    <a:pt x="0" y="8680"/>
                  </a:lnTo>
                  <a:cubicBezTo>
                    <a:pt x="0" y="8728"/>
                    <a:pt x="24" y="8764"/>
                    <a:pt x="71" y="8787"/>
                  </a:cubicBezTo>
                  <a:lnTo>
                    <a:pt x="15526" y="17705"/>
                  </a:lnTo>
                  <a:cubicBezTo>
                    <a:pt x="15669" y="17777"/>
                    <a:pt x="15835" y="17765"/>
                    <a:pt x="15966" y="17693"/>
                  </a:cubicBezTo>
                  <a:lnTo>
                    <a:pt x="16466" y="17408"/>
                  </a:lnTo>
                  <a:cubicBezTo>
                    <a:pt x="16526" y="17372"/>
                    <a:pt x="16574" y="17324"/>
                    <a:pt x="16574" y="17253"/>
                  </a:cubicBezTo>
                  <a:lnTo>
                    <a:pt x="16574" y="8573"/>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 name="Google Shape;125;p15"/>
            <p:cNvSpPr/>
            <p:nvPr/>
          </p:nvSpPr>
          <p:spPr>
            <a:xfrm>
              <a:off x="3759688" y="2873400"/>
              <a:ext cx="415550" cy="239350"/>
            </a:xfrm>
            <a:custGeom>
              <a:avLst/>
              <a:gdLst/>
              <a:ahLst/>
              <a:cxnLst/>
              <a:rect l="l" t="t" r="r" b="b"/>
              <a:pathLst>
                <a:path w="16622" h="9574" extrusionOk="0">
                  <a:moveTo>
                    <a:pt x="878" y="0"/>
                  </a:moveTo>
                  <a:cubicBezTo>
                    <a:pt x="796" y="0"/>
                    <a:pt x="714" y="21"/>
                    <a:pt x="643" y="60"/>
                  </a:cubicBezTo>
                  <a:lnTo>
                    <a:pt x="143" y="346"/>
                  </a:lnTo>
                  <a:cubicBezTo>
                    <a:pt x="12" y="429"/>
                    <a:pt x="0" y="536"/>
                    <a:pt x="119" y="608"/>
                  </a:cubicBezTo>
                  <a:lnTo>
                    <a:pt x="15574" y="9526"/>
                  </a:lnTo>
                  <a:cubicBezTo>
                    <a:pt x="15639" y="9558"/>
                    <a:pt x="15707" y="9574"/>
                    <a:pt x="15776" y="9574"/>
                  </a:cubicBezTo>
                  <a:cubicBezTo>
                    <a:pt x="15856" y="9574"/>
                    <a:pt x="15937" y="9552"/>
                    <a:pt x="16014" y="9514"/>
                  </a:cubicBezTo>
                  <a:lnTo>
                    <a:pt x="16502" y="9228"/>
                  </a:lnTo>
                  <a:cubicBezTo>
                    <a:pt x="16562" y="9204"/>
                    <a:pt x="16610" y="9145"/>
                    <a:pt x="16622" y="9073"/>
                  </a:cubicBezTo>
                  <a:cubicBezTo>
                    <a:pt x="16610" y="9026"/>
                    <a:pt x="16586" y="8990"/>
                    <a:pt x="16538" y="8966"/>
                  </a:cubicBezTo>
                  <a:lnTo>
                    <a:pt x="1084" y="48"/>
                  </a:lnTo>
                  <a:cubicBezTo>
                    <a:pt x="1018" y="15"/>
                    <a:pt x="948" y="0"/>
                    <a:pt x="878" y="0"/>
                  </a:cubicBez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 name="Google Shape;126;p15"/>
            <p:cNvSpPr/>
            <p:nvPr/>
          </p:nvSpPr>
          <p:spPr>
            <a:xfrm>
              <a:off x="3248613" y="1504175"/>
              <a:ext cx="1450200" cy="1892225"/>
            </a:xfrm>
            <a:custGeom>
              <a:avLst/>
              <a:gdLst/>
              <a:ahLst/>
              <a:cxnLst/>
              <a:rect l="l" t="t" r="r" b="b"/>
              <a:pathLst>
                <a:path w="58008" h="75689" extrusionOk="0">
                  <a:moveTo>
                    <a:pt x="56710" y="31219"/>
                  </a:moveTo>
                  <a:lnTo>
                    <a:pt x="2977" y="203"/>
                  </a:lnTo>
                  <a:cubicBezTo>
                    <a:pt x="2655" y="13"/>
                    <a:pt x="2358" y="1"/>
                    <a:pt x="2132" y="132"/>
                  </a:cubicBezTo>
                  <a:lnTo>
                    <a:pt x="0" y="1358"/>
                  </a:lnTo>
                  <a:lnTo>
                    <a:pt x="1679" y="2549"/>
                  </a:lnTo>
                  <a:lnTo>
                    <a:pt x="1679" y="40875"/>
                  </a:lnTo>
                  <a:cubicBezTo>
                    <a:pt x="1679" y="41828"/>
                    <a:pt x="2263" y="42947"/>
                    <a:pt x="2977" y="43363"/>
                  </a:cubicBezTo>
                  <a:lnTo>
                    <a:pt x="55353" y="73605"/>
                  </a:lnTo>
                  <a:lnTo>
                    <a:pt x="55424" y="75689"/>
                  </a:lnTo>
                  <a:lnTo>
                    <a:pt x="57555" y="74451"/>
                  </a:lnTo>
                  <a:cubicBezTo>
                    <a:pt x="57829" y="74296"/>
                    <a:pt x="58008" y="73927"/>
                    <a:pt x="58008" y="73403"/>
                  </a:cubicBezTo>
                  <a:lnTo>
                    <a:pt x="58008" y="33707"/>
                  </a:lnTo>
                  <a:cubicBezTo>
                    <a:pt x="58008" y="32743"/>
                    <a:pt x="57424" y="31636"/>
                    <a:pt x="56710" y="31219"/>
                  </a:cubicBez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15"/>
            <p:cNvSpPr/>
            <p:nvPr/>
          </p:nvSpPr>
          <p:spPr>
            <a:xfrm>
              <a:off x="3237288" y="1535150"/>
              <a:ext cx="1408250" cy="1864225"/>
            </a:xfrm>
            <a:custGeom>
              <a:avLst/>
              <a:gdLst/>
              <a:ahLst/>
              <a:cxnLst/>
              <a:rect l="l" t="t" r="r" b="b"/>
              <a:pathLst>
                <a:path w="56330" h="74569" extrusionOk="0">
                  <a:moveTo>
                    <a:pt x="55032" y="31206"/>
                  </a:moveTo>
                  <a:lnTo>
                    <a:pt x="1299" y="203"/>
                  </a:lnTo>
                  <a:cubicBezTo>
                    <a:pt x="977" y="12"/>
                    <a:pt x="680" y="0"/>
                    <a:pt x="453" y="131"/>
                  </a:cubicBezTo>
                  <a:cubicBezTo>
                    <a:pt x="180" y="286"/>
                    <a:pt x="1" y="655"/>
                    <a:pt x="1" y="1179"/>
                  </a:cubicBezTo>
                  <a:lnTo>
                    <a:pt x="1" y="40862"/>
                  </a:lnTo>
                  <a:cubicBezTo>
                    <a:pt x="1" y="41827"/>
                    <a:pt x="584" y="42934"/>
                    <a:pt x="1299" y="43351"/>
                  </a:cubicBezTo>
                  <a:lnTo>
                    <a:pt x="55032" y="74367"/>
                  </a:lnTo>
                  <a:cubicBezTo>
                    <a:pt x="55353" y="74557"/>
                    <a:pt x="55651" y="74569"/>
                    <a:pt x="55877" y="74438"/>
                  </a:cubicBezTo>
                  <a:cubicBezTo>
                    <a:pt x="56151" y="74283"/>
                    <a:pt x="56329" y="73914"/>
                    <a:pt x="56329" y="73390"/>
                  </a:cubicBezTo>
                  <a:lnTo>
                    <a:pt x="56329" y="33695"/>
                  </a:lnTo>
                  <a:cubicBezTo>
                    <a:pt x="56329" y="32742"/>
                    <a:pt x="55746" y="31623"/>
                    <a:pt x="55032" y="31206"/>
                  </a:cubicBez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128;p15"/>
            <p:cNvSpPr/>
            <p:nvPr/>
          </p:nvSpPr>
          <p:spPr>
            <a:xfrm>
              <a:off x="3266763" y="1573550"/>
              <a:ext cx="1349000" cy="1787150"/>
            </a:xfrm>
            <a:custGeom>
              <a:avLst/>
              <a:gdLst/>
              <a:ahLst/>
              <a:cxnLst/>
              <a:rect l="l" t="t" r="r" b="b"/>
              <a:pathLst>
                <a:path w="53960" h="71486" extrusionOk="0">
                  <a:moveTo>
                    <a:pt x="53174" y="30492"/>
                  </a:moveTo>
                  <a:lnTo>
                    <a:pt x="798" y="250"/>
                  </a:lnTo>
                  <a:cubicBezTo>
                    <a:pt x="358" y="0"/>
                    <a:pt x="1" y="274"/>
                    <a:pt x="1" y="845"/>
                  </a:cubicBezTo>
                  <a:lnTo>
                    <a:pt x="1" y="39481"/>
                  </a:lnTo>
                  <a:cubicBezTo>
                    <a:pt x="1" y="40065"/>
                    <a:pt x="358" y="40743"/>
                    <a:pt x="798" y="40993"/>
                  </a:cubicBezTo>
                  <a:lnTo>
                    <a:pt x="53174" y="71235"/>
                  </a:lnTo>
                  <a:cubicBezTo>
                    <a:pt x="53603" y="71485"/>
                    <a:pt x="53960" y="71223"/>
                    <a:pt x="53960" y="70640"/>
                  </a:cubicBezTo>
                  <a:lnTo>
                    <a:pt x="53960" y="32004"/>
                  </a:lnTo>
                  <a:cubicBezTo>
                    <a:pt x="53960" y="31421"/>
                    <a:pt x="53614" y="30742"/>
                    <a:pt x="53174" y="30492"/>
                  </a:cubicBezTo>
                  <a:close/>
                </a:path>
              </a:pathLst>
            </a:cu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29" name="Google Shape;129;p15"/>
          <p:cNvSpPr/>
          <p:nvPr/>
        </p:nvSpPr>
        <p:spPr>
          <a:xfrm>
            <a:off x="7096363" y="2099322"/>
            <a:ext cx="1236307" cy="1672149"/>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 name="Google Shape;130;p15"/>
          <p:cNvSpPr/>
          <p:nvPr/>
        </p:nvSpPr>
        <p:spPr>
          <a:xfrm>
            <a:off x="7089938" y="1728531"/>
            <a:ext cx="1249158" cy="741583"/>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 name="Google Shape;131;p15"/>
          <p:cNvSpPr/>
          <p:nvPr/>
        </p:nvSpPr>
        <p:spPr>
          <a:xfrm>
            <a:off x="7116460" y="2212656"/>
            <a:ext cx="567349" cy="364108"/>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132;p15"/>
          <p:cNvSpPr/>
          <p:nvPr/>
        </p:nvSpPr>
        <p:spPr>
          <a:xfrm>
            <a:off x="7116460" y="2263753"/>
            <a:ext cx="567349" cy="364390"/>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133;p15"/>
          <p:cNvSpPr/>
          <p:nvPr/>
        </p:nvSpPr>
        <p:spPr>
          <a:xfrm>
            <a:off x="7116460" y="2315132"/>
            <a:ext cx="567349" cy="364108"/>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 name="Google Shape;134;p15"/>
          <p:cNvSpPr/>
          <p:nvPr/>
        </p:nvSpPr>
        <p:spPr>
          <a:xfrm>
            <a:off x="7116460" y="2366511"/>
            <a:ext cx="567349" cy="364108"/>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 name="Google Shape;135;p15"/>
          <p:cNvSpPr/>
          <p:nvPr/>
        </p:nvSpPr>
        <p:spPr>
          <a:xfrm>
            <a:off x="7116460" y="2417890"/>
            <a:ext cx="567349" cy="364085"/>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 name="Google Shape;136;p15"/>
          <p:cNvSpPr/>
          <p:nvPr/>
        </p:nvSpPr>
        <p:spPr>
          <a:xfrm>
            <a:off x="7116460" y="2509463"/>
            <a:ext cx="567349" cy="364108"/>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 name="Google Shape;137;p15"/>
          <p:cNvSpPr/>
          <p:nvPr/>
        </p:nvSpPr>
        <p:spPr>
          <a:xfrm>
            <a:off x="7116460" y="2560842"/>
            <a:ext cx="567349" cy="364085"/>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15"/>
          <p:cNvSpPr/>
          <p:nvPr/>
        </p:nvSpPr>
        <p:spPr>
          <a:xfrm>
            <a:off x="7116460" y="2611916"/>
            <a:ext cx="567349" cy="364390"/>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15"/>
          <p:cNvSpPr/>
          <p:nvPr/>
        </p:nvSpPr>
        <p:spPr>
          <a:xfrm>
            <a:off x="7116460" y="2663295"/>
            <a:ext cx="567349" cy="364108"/>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 name="Google Shape;140;p15"/>
          <p:cNvSpPr/>
          <p:nvPr/>
        </p:nvSpPr>
        <p:spPr>
          <a:xfrm>
            <a:off x="7116460" y="2714674"/>
            <a:ext cx="567349" cy="364108"/>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41;p15"/>
          <p:cNvSpPr/>
          <p:nvPr/>
        </p:nvSpPr>
        <p:spPr>
          <a:xfrm>
            <a:off x="7116460" y="2806246"/>
            <a:ext cx="567349" cy="364108"/>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 name="Google Shape;142;p15"/>
          <p:cNvSpPr/>
          <p:nvPr/>
        </p:nvSpPr>
        <p:spPr>
          <a:xfrm>
            <a:off x="7116460" y="2857625"/>
            <a:ext cx="567349" cy="364108"/>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 name="Google Shape;143;p15"/>
          <p:cNvSpPr/>
          <p:nvPr/>
        </p:nvSpPr>
        <p:spPr>
          <a:xfrm>
            <a:off x="7116460" y="2909004"/>
            <a:ext cx="567349" cy="364085"/>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 name="Google Shape;144;p15"/>
          <p:cNvSpPr/>
          <p:nvPr/>
        </p:nvSpPr>
        <p:spPr>
          <a:xfrm>
            <a:off x="7116460" y="2960078"/>
            <a:ext cx="567349" cy="364390"/>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 name="Google Shape;145;p15"/>
          <p:cNvSpPr/>
          <p:nvPr/>
        </p:nvSpPr>
        <p:spPr>
          <a:xfrm>
            <a:off x="7116460" y="3011457"/>
            <a:ext cx="567349" cy="364108"/>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15"/>
          <p:cNvSpPr/>
          <p:nvPr/>
        </p:nvSpPr>
        <p:spPr>
          <a:xfrm>
            <a:off x="7116460" y="3103029"/>
            <a:ext cx="567349" cy="364108"/>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47;p15"/>
          <p:cNvSpPr/>
          <p:nvPr/>
        </p:nvSpPr>
        <p:spPr>
          <a:xfrm>
            <a:off x="7116460" y="3154408"/>
            <a:ext cx="567349" cy="364108"/>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 name="Google Shape;148;p15"/>
          <p:cNvSpPr/>
          <p:nvPr/>
        </p:nvSpPr>
        <p:spPr>
          <a:xfrm>
            <a:off x="7116460" y="3205787"/>
            <a:ext cx="567349" cy="364108"/>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 name="Google Shape;149;p15"/>
          <p:cNvSpPr/>
          <p:nvPr/>
        </p:nvSpPr>
        <p:spPr>
          <a:xfrm>
            <a:off x="7116460" y="3257166"/>
            <a:ext cx="567349" cy="364085"/>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 name="Google Shape;150;p15"/>
          <p:cNvSpPr/>
          <p:nvPr/>
        </p:nvSpPr>
        <p:spPr>
          <a:xfrm>
            <a:off x="7116460" y="3308263"/>
            <a:ext cx="567349" cy="36436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51;p15"/>
          <p:cNvSpPr/>
          <p:nvPr/>
        </p:nvSpPr>
        <p:spPr>
          <a:xfrm>
            <a:off x="7745225" y="2212656"/>
            <a:ext cx="567068" cy="364108"/>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 name="Google Shape;152;p15"/>
          <p:cNvSpPr/>
          <p:nvPr/>
        </p:nvSpPr>
        <p:spPr>
          <a:xfrm>
            <a:off x="7745225" y="2263753"/>
            <a:ext cx="567068" cy="364390"/>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 name="Google Shape;153;p15"/>
          <p:cNvSpPr/>
          <p:nvPr/>
        </p:nvSpPr>
        <p:spPr>
          <a:xfrm>
            <a:off x="7745225" y="2315132"/>
            <a:ext cx="567068" cy="364108"/>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 name="Google Shape;154;p15"/>
          <p:cNvSpPr/>
          <p:nvPr/>
        </p:nvSpPr>
        <p:spPr>
          <a:xfrm>
            <a:off x="7745225" y="2366511"/>
            <a:ext cx="567068" cy="364108"/>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55;p15"/>
          <p:cNvSpPr/>
          <p:nvPr/>
        </p:nvSpPr>
        <p:spPr>
          <a:xfrm>
            <a:off x="7745225" y="2417890"/>
            <a:ext cx="567068" cy="364085"/>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156;p15"/>
          <p:cNvSpPr/>
          <p:nvPr/>
        </p:nvSpPr>
        <p:spPr>
          <a:xfrm>
            <a:off x="7745225" y="2509463"/>
            <a:ext cx="567068" cy="364108"/>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 name="Google Shape;157;p15"/>
          <p:cNvSpPr/>
          <p:nvPr/>
        </p:nvSpPr>
        <p:spPr>
          <a:xfrm>
            <a:off x="7745225" y="2560842"/>
            <a:ext cx="567068" cy="364085"/>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 name="Google Shape;158;p15"/>
          <p:cNvSpPr/>
          <p:nvPr/>
        </p:nvSpPr>
        <p:spPr>
          <a:xfrm>
            <a:off x="7745225" y="2611916"/>
            <a:ext cx="567068" cy="364390"/>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Google Shape;159;p15"/>
          <p:cNvSpPr/>
          <p:nvPr/>
        </p:nvSpPr>
        <p:spPr>
          <a:xfrm>
            <a:off x="7745225" y="2663295"/>
            <a:ext cx="567068" cy="364108"/>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 name="Google Shape;160;p15"/>
          <p:cNvSpPr/>
          <p:nvPr/>
        </p:nvSpPr>
        <p:spPr>
          <a:xfrm>
            <a:off x="7745225" y="2714674"/>
            <a:ext cx="567068" cy="364108"/>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 name="Google Shape;161;p15"/>
          <p:cNvSpPr/>
          <p:nvPr/>
        </p:nvSpPr>
        <p:spPr>
          <a:xfrm>
            <a:off x="7745225" y="2806246"/>
            <a:ext cx="567068" cy="364108"/>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 name="Google Shape;162;p15"/>
          <p:cNvSpPr/>
          <p:nvPr/>
        </p:nvSpPr>
        <p:spPr>
          <a:xfrm>
            <a:off x="7745225" y="2857625"/>
            <a:ext cx="567068" cy="364108"/>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63;p15"/>
          <p:cNvSpPr/>
          <p:nvPr/>
        </p:nvSpPr>
        <p:spPr>
          <a:xfrm>
            <a:off x="7745225" y="2909004"/>
            <a:ext cx="567068" cy="364085"/>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 name="Google Shape;164;p15"/>
          <p:cNvSpPr/>
          <p:nvPr/>
        </p:nvSpPr>
        <p:spPr>
          <a:xfrm>
            <a:off x="7745225" y="2960078"/>
            <a:ext cx="567068" cy="364390"/>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 name="Google Shape;165;p15"/>
          <p:cNvSpPr/>
          <p:nvPr/>
        </p:nvSpPr>
        <p:spPr>
          <a:xfrm>
            <a:off x="7745225" y="3011457"/>
            <a:ext cx="567068" cy="364108"/>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 name="Google Shape;166;p15"/>
          <p:cNvSpPr/>
          <p:nvPr/>
        </p:nvSpPr>
        <p:spPr>
          <a:xfrm>
            <a:off x="7745225" y="3103029"/>
            <a:ext cx="567068" cy="364108"/>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 name="Google Shape;167;p15"/>
          <p:cNvSpPr/>
          <p:nvPr/>
        </p:nvSpPr>
        <p:spPr>
          <a:xfrm>
            <a:off x="7745225" y="3154408"/>
            <a:ext cx="567068" cy="364108"/>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 name="Google Shape;168;p15"/>
          <p:cNvSpPr/>
          <p:nvPr/>
        </p:nvSpPr>
        <p:spPr>
          <a:xfrm>
            <a:off x="7745225" y="3205787"/>
            <a:ext cx="567068" cy="364108"/>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 name="Google Shape;169;p15"/>
          <p:cNvSpPr/>
          <p:nvPr/>
        </p:nvSpPr>
        <p:spPr>
          <a:xfrm>
            <a:off x="7745225" y="3257166"/>
            <a:ext cx="567068" cy="364085"/>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 name="Google Shape;170;p15"/>
          <p:cNvSpPr/>
          <p:nvPr/>
        </p:nvSpPr>
        <p:spPr>
          <a:xfrm>
            <a:off x="7745225" y="3308263"/>
            <a:ext cx="567068" cy="36436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71" name="Google Shape;171;p15"/>
          <p:cNvGrpSpPr/>
          <p:nvPr/>
        </p:nvGrpSpPr>
        <p:grpSpPr>
          <a:xfrm>
            <a:off x="6845427" y="1589551"/>
            <a:ext cx="1738972" cy="1497957"/>
            <a:chOff x="5553063" y="1487604"/>
            <a:chExt cx="1981525" cy="1707075"/>
          </a:xfrm>
        </p:grpSpPr>
        <p:sp>
          <p:nvSpPr>
            <p:cNvPr id="172" name="Google Shape;172;p15"/>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 name="Google Shape;173;p15"/>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74" name="Google Shape;174;p15"/>
          <p:cNvSpPr/>
          <p:nvPr/>
        </p:nvSpPr>
        <p:spPr>
          <a:xfrm>
            <a:off x="5663900" y="1715825"/>
            <a:ext cx="216600" cy="216600"/>
          </a:xfrm>
          <a:prstGeom prst="rect">
            <a:avLst/>
          </a:pr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 name="Google Shape;175;p15"/>
          <p:cNvSpPr/>
          <p:nvPr/>
        </p:nvSpPr>
        <p:spPr>
          <a:xfrm>
            <a:off x="5801975" y="1438775"/>
            <a:ext cx="162600" cy="162600"/>
          </a:xfrm>
          <a:prstGeom prst="rect">
            <a:avLst/>
          </a:pr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 name="Google Shape;176;p15"/>
          <p:cNvSpPr/>
          <p:nvPr/>
        </p:nvSpPr>
        <p:spPr>
          <a:xfrm>
            <a:off x="6052475" y="1505825"/>
            <a:ext cx="183600" cy="183600"/>
          </a:xfrm>
          <a:prstGeom prst="rect">
            <a:avLst/>
          </a:pr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 name="Google Shape;177;p15"/>
          <p:cNvSpPr/>
          <p:nvPr/>
        </p:nvSpPr>
        <p:spPr>
          <a:xfrm>
            <a:off x="6097900" y="1230450"/>
            <a:ext cx="148500" cy="148500"/>
          </a:xfrm>
          <a:prstGeom prst="rect">
            <a:avLst/>
          </a:pr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 name="Google Shape;178;p15"/>
          <p:cNvSpPr/>
          <p:nvPr/>
        </p:nvSpPr>
        <p:spPr>
          <a:xfrm>
            <a:off x="6332400" y="1327775"/>
            <a:ext cx="125100" cy="125100"/>
          </a:xfrm>
          <a:prstGeom prst="rect">
            <a:avLst/>
          </a:pr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 name="Google Shape;179;p15"/>
          <p:cNvSpPr/>
          <p:nvPr/>
        </p:nvSpPr>
        <p:spPr>
          <a:xfrm>
            <a:off x="6590925" y="1488450"/>
            <a:ext cx="100800" cy="100800"/>
          </a:xfrm>
          <a:prstGeom prst="rect">
            <a:avLst/>
          </a:pr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 name="Google Shape;180;p15"/>
          <p:cNvSpPr/>
          <p:nvPr/>
        </p:nvSpPr>
        <p:spPr>
          <a:xfrm>
            <a:off x="6590925" y="1267775"/>
            <a:ext cx="100800" cy="100800"/>
          </a:xfrm>
          <a:prstGeom prst="rect">
            <a:avLst/>
          </a:pr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 name="Google Shape;181;p15"/>
          <p:cNvSpPr/>
          <p:nvPr/>
        </p:nvSpPr>
        <p:spPr>
          <a:xfrm>
            <a:off x="6825325" y="1438775"/>
            <a:ext cx="82200" cy="82200"/>
          </a:xfrm>
          <a:prstGeom prst="rect">
            <a:avLst/>
          </a:pr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182;p15"/>
          <p:cNvSpPr/>
          <p:nvPr/>
        </p:nvSpPr>
        <p:spPr>
          <a:xfrm>
            <a:off x="6945450" y="1601375"/>
            <a:ext cx="70500" cy="70500"/>
          </a:xfrm>
          <a:prstGeom prst="rect">
            <a:avLst/>
          </a:pr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 name="Google Shape;183;p15"/>
          <p:cNvSpPr/>
          <p:nvPr/>
        </p:nvSpPr>
        <p:spPr>
          <a:xfrm>
            <a:off x="7132575" y="1618675"/>
            <a:ext cx="53100" cy="53100"/>
          </a:xfrm>
          <a:prstGeom prst="rect">
            <a:avLst/>
          </a:pr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 name="Google Shape;184;p15"/>
          <p:cNvSpPr/>
          <p:nvPr/>
        </p:nvSpPr>
        <p:spPr>
          <a:xfrm>
            <a:off x="7213125" y="1776250"/>
            <a:ext cx="53100" cy="53100"/>
          </a:xfrm>
          <a:prstGeom prst="rect">
            <a:avLst/>
          </a:pr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15"/>
          <p:cNvSpPr/>
          <p:nvPr/>
        </p:nvSpPr>
        <p:spPr>
          <a:xfrm>
            <a:off x="7341050" y="1797575"/>
            <a:ext cx="53100" cy="53100"/>
          </a:xfrm>
          <a:prstGeom prst="rect">
            <a:avLst/>
          </a:pr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 name="Google Shape;58;p15"/>
          <p:cNvSpPr txBox="1"/>
          <p:nvPr/>
        </p:nvSpPr>
        <p:spPr>
          <a:xfrm>
            <a:off x="180340" y="3163570"/>
            <a:ext cx="1102995" cy="28575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Fira Sans Extra Condensed SemiBold"/>
              <a:buNone/>
              <a:defRPr sz="50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1pPr>
            <a:lvl2pPr marR="0" lvl="1"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2pPr>
            <a:lvl3pPr marR="0" lvl="2"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3pPr>
            <a:lvl4pPr marR="0" lvl="3"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4pPr>
            <a:lvl5pPr marR="0" lvl="4"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5pPr>
            <a:lvl6pPr marR="0" lvl="5"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6pPr>
            <a:lvl7pPr marR="0" lvl="6"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7pPr>
            <a:lvl8pPr marR="0" lvl="7"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8pPr>
            <a:lvl9pPr marR="0" lvl="8"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9pPr>
          </a:lstStyle>
          <a:p>
            <a:pPr marL="0" lvl="0" indent="0" algn="ctr" rtl="0">
              <a:spcBef>
                <a:spcPts val="0"/>
              </a:spcBef>
              <a:spcAft>
                <a:spcPts val="0"/>
              </a:spcAft>
              <a:buNone/>
            </a:pPr>
            <a:r>
              <a:rPr lang="en-US" altLang="en-GB" sz="1200"/>
              <a:t>Autores:</a:t>
            </a:r>
            <a:endParaRPr lang="en-US" altLang="en-GB" sz="1200"/>
          </a:p>
        </p:txBody>
      </p:sp>
      <p:sp>
        <p:nvSpPr>
          <p:cNvPr id="3" name="Google Shape;58;p15"/>
          <p:cNvSpPr txBox="1"/>
          <p:nvPr/>
        </p:nvSpPr>
        <p:spPr>
          <a:xfrm>
            <a:off x="770890" y="2212340"/>
            <a:ext cx="3858895" cy="27559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Fira Sans Extra Condensed SemiBold"/>
              <a:buNone/>
              <a:defRPr sz="50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1pPr>
            <a:lvl2pPr marR="0" lvl="1"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2pPr>
            <a:lvl3pPr marR="0" lvl="2"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3pPr>
            <a:lvl4pPr marR="0" lvl="3"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4pPr>
            <a:lvl5pPr marR="0" lvl="4"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5pPr>
            <a:lvl6pPr marR="0" lvl="5"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6pPr>
            <a:lvl7pPr marR="0" lvl="6"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7pPr>
            <a:lvl8pPr marR="0" lvl="7"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8pPr>
            <a:lvl9pPr marR="0" lvl="8"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9pPr>
          </a:lstStyle>
          <a:p>
            <a:pPr marL="0" lvl="0" indent="0" algn="ctr" rtl="0">
              <a:spcBef>
                <a:spcPts val="0"/>
              </a:spcBef>
              <a:spcAft>
                <a:spcPts val="0"/>
              </a:spcAft>
              <a:buNone/>
            </a:pPr>
            <a:r>
              <a:rPr lang="en-US" altLang="en-GB" sz="2800"/>
              <a:t>Base de Datos</a:t>
            </a:r>
            <a:endParaRPr lang="en-US" altLang="en-GB" sz="2800"/>
          </a:p>
        </p:txBody>
      </p:sp>
      <p:sp>
        <p:nvSpPr>
          <p:cNvPr id="4" name="Google Shape;58;p15"/>
          <p:cNvSpPr txBox="1"/>
          <p:nvPr/>
        </p:nvSpPr>
        <p:spPr>
          <a:xfrm>
            <a:off x="252095" y="3517900"/>
            <a:ext cx="2626360" cy="28575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Fira Sans Extra Condensed SemiBold"/>
              <a:buNone/>
              <a:defRPr sz="50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1pPr>
            <a:lvl2pPr marR="0" lvl="1"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2pPr>
            <a:lvl3pPr marR="0" lvl="2"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3pPr>
            <a:lvl4pPr marR="0" lvl="3"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4pPr>
            <a:lvl5pPr marR="0" lvl="4"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5pPr>
            <a:lvl6pPr marR="0" lvl="5"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6pPr>
            <a:lvl7pPr marR="0" lvl="6"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7pPr>
            <a:lvl8pPr marR="0" lvl="7"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8pPr>
            <a:lvl9pPr marR="0" lvl="8"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9pPr>
          </a:lstStyle>
          <a:p>
            <a:pPr marL="0" lvl="0" indent="0" algn="just" rtl="0">
              <a:spcBef>
                <a:spcPts val="0"/>
              </a:spcBef>
              <a:spcAft>
                <a:spcPts val="0"/>
              </a:spcAft>
              <a:buNone/>
            </a:pPr>
            <a:r>
              <a:rPr lang="en-US" altLang="en-GB" sz="1200"/>
              <a:t>Leonardo Alcedo CI: V-31.389.104</a:t>
            </a:r>
            <a:endParaRPr lang="en-US" altLang="en-GB" sz="1200"/>
          </a:p>
        </p:txBody>
      </p:sp>
      <p:sp>
        <p:nvSpPr>
          <p:cNvPr id="5" name="Google Shape;58;p15"/>
          <p:cNvSpPr txBox="1"/>
          <p:nvPr/>
        </p:nvSpPr>
        <p:spPr>
          <a:xfrm>
            <a:off x="252095" y="3803650"/>
            <a:ext cx="2961005" cy="28575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Fira Sans Extra Condensed SemiBold"/>
              <a:buNone/>
              <a:defRPr sz="50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1pPr>
            <a:lvl2pPr marR="0" lvl="1"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2pPr>
            <a:lvl3pPr marR="0" lvl="2"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3pPr>
            <a:lvl4pPr marR="0" lvl="3"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4pPr>
            <a:lvl5pPr marR="0" lvl="4"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5pPr>
            <a:lvl6pPr marR="0" lvl="5"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6pPr>
            <a:lvl7pPr marR="0" lvl="6"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7pPr>
            <a:lvl8pPr marR="0" lvl="7"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8pPr>
            <a:lvl9pPr marR="0" lvl="8"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9pPr>
          </a:lstStyle>
          <a:p>
            <a:pPr marL="0" lvl="0" indent="0" algn="just" rtl="0">
              <a:spcBef>
                <a:spcPts val="0"/>
              </a:spcBef>
              <a:spcAft>
                <a:spcPts val="0"/>
              </a:spcAft>
              <a:buNone/>
            </a:pPr>
            <a:r>
              <a:rPr lang="en-US" altLang="en-GB" sz="1200"/>
              <a:t>Danyelis Pacheco CI: V-31.116.103</a:t>
            </a:r>
            <a:endParaRPr lang="en-US" altLang="en-GB" sz="1200"/>
          </a:p>
        </p:txBody>
      </p:sp>
      <p:sp>
        <p:nvSpPr>
          <p:cNvPr id="6" name="Google Shape;58;p15"/>
          <p:cNvSpPr txBox="1"/>
          <p:nvPr/>
        </p:nvSpPr>
        <p:spPr>
          <a:xfrm>
            <a:off x="251460" y="4089400"/>
            <a:ext cx="2555240" cy="28575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Fira Sans Extra Condensed SemiBold"/>
              <a:buNone/>
              <a:defRPr sz="50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1pPr>
            <a:lvl2pPr marR="0" lvl="1"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2pPr>
            <a:lvl3pPr marR="0" lvl="2"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3pPr>
            <a:lvl4pPr marR="0" lvl="3"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4pPr>
            <a:lvl5pPr marR="0" lvl="4"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5pPr>
            <a:lvl6pPr marR="0" lvl="5"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6pPr>
            <a:lvl7pPr marR="0" lvl="6"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7pPr>
            <a:lvl8pPr marR="0" lvl="7"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8pPr>
            <a:lvl9pPr marR="0" lvl="8"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9pPr>
          </a:lstStyle>
          <a:p>
            <a:pPr marL="0" lvl="0" indent="0" algn="just" rtl="0">
              <a:spcBef>
                <a:spcPts val="0"/>
              </a:spcBef>
              <a:spcAft>
                <a:spcPts val="0"/>
              </a:spcAft>
              <a:buNone/>
            </a:pPr>
            <a:r>
              <a:rPr lang="en-US" altLang="en-GB" sz="1200"/>
              <a:t>Jeimi Molinas CI: V-30.953.860</a:t>
            </a:r>
            <a:endParaRPr lang="en-US" altLang="en-GB" sz="1200"/>
          </a:p>
        </p:txBody>
      </p:sp>
      <p:sp>
        <p:nvSpPr>
          <p:cNvPr id="7" name="Google Shape;58;p15"/>
          <p:cNvSpPr txBox="1"/>
          <p:nvPr/>
        </p:nvSpPr>
        <p:spPr>
          <a:xfrm>
            <a:off x="251460" y="4371975"/>
            <a:ext cx="3223260" cy="28575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Fira Sans Extra Condensed SemiBold"/>
              <a:buNone/>
              <a:defRPr sz="50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1pPr>
            <a:lvl2pPr marR="0" lvl="1"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2pPr>
            <a:lvl3pPr marR="0" lvl="2"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3pPr>
            <a:lvl4pPr marR="0" lvl="3"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4pPr>
            <a:lvl5pPr marR="0" lvl="4"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5pPr>
            <a:lvl6pPr marR="0" lvl="5"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6pPr>
            <a:lvl7pPr marR="0" lvl="6"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7pPr>
            <a:lvl8pPr marR="0" lvl="7"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8pPr>
            <a:lvl9pPr marR="0" lvl="8" algn="ctr" rtl="0">
              <a:lnSpc>
                <a:spcPct val="100000"/>
              </a:lnSpc>
              <a:spcBef>
                <a:spcPts val="0"/>
              </a:spcBef>
              <a:spcAft>
                <a:spcPts val="0"/>
              </a:spcAft>
              <a:buClr>
                <a:schemeClr val="dk1"/>
              </a:buClr>
              <a:buSzPts val="5200"/>
              <a:buFont typeface="Fira Sans Extra Condensed SemiBold"/>
              <a:buNone/>
              <a:defRPr sz="5200" b="0" i="0" u="none" strike="noStrike" cap="none">
                <a:solidFill>
                  <a:schemeClr val="dk1"/>
                </a:solidFill>
                <a:latin typeface="Fira Sans Extra Condensed SemiBold"/>
                <a:ea typeface="Fira Sans Extra Condensed SemiBold"/>
                <a:cs typeface="Fira Sans Extra Condensed SemiBold"/>
                <a:sym typeface="Fira Sans Extra Condensed SemiBold"/>
              </a:defRPr>
            </a:lvl9pPr>
          </a:lstStyle>
          <a:p>
            <a:pPr marL="0" lvl="0" indent="0" algn="just" rtl="0">
              <a:spcBef>
                <a:spcPts val="0"/>
              </a:spcBef>
              <a:spcAft>
                <a:spcPts val="0"/>
              </a:spcAft>
              <a:buNone/>
            </a:pPr>
            <a:r>
              <a:rPr lang="en-US" altLang="en-GB" sz="1200"/>
              <a:t>Leonardo Rodriguez CI: 31.107.192</a:t>
            </a:r>
            <a:endParaRPr lang="en-US" altLang="en-GB"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478" name="Shape 1478"/>
        <p:cNvGrpSpPr/>
        <p:nvPr/>
      </p:nvGrpSpPr>
      <p:grpSpPr>
        <a:xfrm>
          <a:off x="0" y="0"/>
          <a:ext cx="0" cy="0"/>
          <a:chOff x="0" y="0"/>
          <a:chExt cx="0" cy="0"/>
        </a:xfrm>
      </p:grpSpPr>
      <p:grpSp>
        <p:nvGrpSpPr>
          <p:cNvPr id="1480" name="Google Shape;1480;p25"/>
          <p:cNvGrpSpPr/>
          <p:nvPr/>
        </p:nvGrpSpPr>
        <p:grpSpPr>
          <a:xfrm>
            <a:off x="5651844" y="3436278"/>
            <a:ext cx="2631966" cy="1482582"/>
            <a:chOff x="1012725" y="2202350"/>
            <a:chExt cx="2668525" cy="1503175"/>
          </a:xfrm>
        </p:grpSpPr>
        <p:sp>
          <p:nvSpPr>
            <p:cNvPr id="1481" name="Google Shape;1481;p25"/>
            <p:cNvSpPr/>
            <p:nvPr/>
          </p:nvSpPr>
          <p:spPr>
            <a:xfrm>
              <a:off x="1142800" y="2262775"/>
              <a:ext cx="2408375" cy="1356725"/>
            </a:xfrm>
            <a:custGeom>
              <a:avLst/>
              <a:gdLst/>
              <a:ahLst/>
              <a:cxnLst/>
              <a:rect l="l" t="t" r="r" b="b"/>
              <a:pathLst>
                <a:path w="96335" h="54269" extrusionOk="0">
                  <a:moveTo>
                    <a:pt x="48590" y="0"/>
                  </a:moveTo>
                  <a:lnTo>
                    <a:pt x="1" y="25658"/>
                  </a:lnTo>
                  <a:lnTo>
                    <a:pt x="49626" y="54269"/>
                  </a:lnTo>
                  <a:lnTo>
                    <a:pt x="96334" y="27861"/>
                  </a:lnTo>
                  <a:lnTo>
                    <a:pt x="48590" y="0"/>
                  </a:lnTo>
                  <a:close/>
                </a:path>
              </a:pathLst>
            </a:cu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2" name="Google Shape;1482;p25"/>
            <p:cNvSpPr/>
            <p:nvPr/>
          </p:nvSpPr>
          <p:spPr>
            <a:xfrm>
              <a:off x="2383425" y="2959275"/>
              <a:ext cx="1167750" cy="686425"/>
            </a:xfrm>
            <a:custGeom>
              <a:avLst/>
              <a:gdLst/>
              <a:ahLst/>
              <a:cxnLst/>
              <a:rect l="l" t="t" r="r" b="b"/>
              <a:pathLst>
                <a:path w="46710" h="27457" extrusionOk="0">
                  <a:moveTo>
                    <a:pt x="46709" y="1"/>
                  </a:moveTo>
                  <a:lnTo>
                    <a:pt x="1" y="26409"/>
                  </a:lnTo>
                  <a:lnTo>
                    <a:pt x="1" y="27457"/>
                  </a:lnTo>
                  <a:lnTo>
                    <a:pt x="46709" y="1049"/>
                  </a:lnTo>
                  <a:lnTo>
                    <a:pt x="46709"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3" name="Google Shape;1483;p25"/>
            <p:cNvSpPr/>
            <p:nvPr/>
          </p:nvSpPr>
          <p:spPr>
            <a:xfrm>
              <a:off x="1142800" y="2903925"/>
              <a:ext cx="1240650" cy="741775"/>
            </a:xfrm>
            <a:custGeom>
              <a:avLst/>
              <a:gdLst/>
              <a:ahLst/>
              <a:cxnLst/>
              <a:rect l="l" t="t" r="r" b="b"/>
              <a:pathLst>
                <a:path w="49626" h="29671" extrusionOk="0">
                  <a:moveTo>
                    <a:pt x="1" y="0"/>
                  </a:moveTo>
                  <a:lnTo>
                    <a:pt x="1" y="1060"/>
                  </a:lnTo>
                  <a:lnTo>
                    <a:pt x="49626" y="29671"/>
                  </a:lnTo>
                  <a:lnTo>
                    <a:pt x="49626" y="28623"/>
                  </a:lnTo>
                  <a:lnTo>
                    <a:pt x="1"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4" name="Google Shape;1484;p25"/>
            <p:cNvSpPr/>
            <p:nvPr/>
          </p:nvSpPr>
          <p:spPr>
            <a:xfrm>
              <a:off x="1012725" y="2202350"/>
              <a:ext cx="2668525" cy="1503175"/>
            </a:xfrm>
            <a:custGeom>
              <a:avLst/>
              <a:gdLst/>
              <a:ahLst/>
              <a:cxnLst/>
              <a:rect l="l" t="t" r="r" b="b"/>
              <a:pathLst>
                <a:path w="106741" h="60127" extrusionOk="0">
                  <a:moveTo>
                    <a:pt x="53829" y="238"/>
                  </a:moveTo>
                  <a:lnTo>
                    <a:pt x="106335" y="30885"/>
                  </a:lnTo>
                  <a:lnTo>
                    <a:pt x="54984" y="59900"/>
                  </a:lnTo>
                  <a:lnTo>
                    <a:pt x="417" y="28444"/>
                  </a:lnTo>
                  <a:lnTo>
                    <a:pt x="53829" y="238"/>
                  </a:lnTo>
                  <a:close/>
                  <a:moveTo>
                    <a:pt x="53841" y="0"/>
                  </a:moveTo>
                  <a:lnTo>
                    <a:pt x="155" y="28337"/>
                  </a:lnTo>
                  <a:lnTo>
                    <a:pt x="1" y="28432"/>
                  </a:lnTo>
                  <a:lnTo>
                    <a:pt x="54984" y="60127"/>
                  </a:lnTo>
                  <a:lnTo>
                    <a:pt x="106740" y="30873"/>
                  </a:lnTo>
                  <a:lnTo>
                    <a:pt x="5384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85" name="Google Shape;1485;p25"/>
          <p:cNvGrpSpPr/>
          <p:nvPr/>
        </p:nvGrpSpPr>
        <p:grpSpPr>
          <a:xfrm>
            <a:off x="6209378" y="1617564"/>
            <a:ext cx="1581560" cy="3019039"/>
            <a:chOff x="1497487" y="1374192"/>
            <a:chExt cx="1262521" cy="2410026"/>
          </a:xfrm>
        </p:grpSpPr>
        <p:sp>
          <p:nvSpPr>
            <p:cNvPr id="1486" name="Google Shape;1486;p25"/>
            <p:cNvSpPr/>
            <p:nvPr/>
          </p:nvSpPr>
          <p:spPr>
            <a:xfrm>
              <a:off x="2128740" y="1735041"/>
              <a:ext cx="631267" cy="2049177"/>
            </a:xfrm>
            <a:custGeom>
              <a:avLst/>
              <a:gdLst/>
              <a:ahLst/>
              <a:cxnLst/>
              <a:rect l="l" t="t" r="r" b="b"/>
              <a:pathLst>
                <a:path w="13836" h="44911" extrusionOk="0">
                  <a:moveTo>
                    <a:pt x="1" y="44911"/>
                  </a:moveTo>
                  <a:lnTo>
                    <a:pt x="1" y="7978"/>
                  </a:lnTo>
                  <a:lnTo>
                    <a:pt x="13836" y="0"/>
                  </a:lnTo>
                  <a:lnTo>
                    <a:pt x="13836" y="36934"/>
                  </a:lnTo>
                  <a:close/>
                </a:path>
              </a:pathLst>
            </a:custGeom>
            <a:gradFill>
              <a:gsLst>
                <a:gs pos="0">
                  <a:schemeClr val="accent6"/>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7" name="Google Shape;1487;p25"/>
            <p:cNvSpPr/>
            <p:nvPr/>
          </p:nvSpPr>
          <p:spPr>
            <a:xfrm>
              <a:off x="1497487" y="1374192"/>
              <a:ext cx="1262489" cy="728534"/>
            </a:xfrm>
            <a:custGeom>
              <a:avLst/>
              <a:gdLst/>
              <a:ahLst/>
              <a:cxnLst/>
              <a:rect l="l" t="t" r="r" b="b"/>
              <a:pathLst>
                <a:path w="27671" h="15967" extrusionOk="0">
                  <a:moveTo>
                    <a:pt x="1" y="7989"/>
                  </a:moveTo>
                  <a:lnTo>
                    <a:pt x="13836" y="0"/>
                  </a:lnTo>
                  <a:lnTo>
                    <a:pt x="27671" y="7989"/>
                  </a:lnTo>
                  <a:lnTo>
                    <a:pt x="13836" y="15967"/>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8" name="Google Shape;1488;p25"/>
            <p:cNvSpPr/>
            <p:nvPr/>
          </p:nvSpPr>
          <p:spPr>
            <a:xfrm>
              <a:off x="1627890" y="1449158"/>
              <a:ext cx="1001742" cy="578602"/>
            </a:xfrm>
            <a:custGeom>
              <a:avLst/>
              <a:gdLst/>
              <a:ahLst/>
              <a:cxnLst/>
              <a:rect l="l" t="t" r="r" b="b"/>
              <a:pathLst>
                <a:path w="21956" h="12681" extrusionOk="0">
                  <a:moveTo>
                    <a:pt x="0" y="6346"/>
                  </a:moveTo>
                  <a:lnTo>
                    <a:pt x="10978" y="0"/>
                  </a:lnTo>
                  <a:lnTo>
                    <a:pt x="21955" y="6346"/>
                  </a:lnTo>
                  <a:lnTo>
                    <a:pt x="10978" y="12681"/>
                  </a:lnTo>
                  <a:close/>
                </a:path>
              </a:pathLst>
            </a:cu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9" name="Google Shape;1489;p25"/>
            <p:cNvSpPr/>
            <p:nvPr/>
          </p:nvSpPr>
          <p:spPr>
            <a:xfrm>
              <a:off x="1497487" y="1735041"/>
              <a:ext cx="631268" cy="2049177"/>
            </a:xfrm>
            <a:custGeom>
              <a:avLst/>
              <a:gdLst/>
              <a:ahLst/>
              <a:cxnLst/>
              <a:rect l="l" t="t" r="r" b="b"/>
              <a:pathLst>
                <a:path w="13836" h="44911" extrusionOk="0">
                  <a:moveTo>
                    <a:pt x="13836" y="7978"/>
                  </a:moveTo>
                  <a:lnTo>
                    <a:pt x="1" y="0"/>
                  </a:lnTo>
                  <a:lnTo>
                    <a:pt x="1" y="36934"/>
                  </a:lnTo>
                  <a:lnTo>
                    <a:pt x="13836" y="4491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0" name="Google Shape;1490;p25"/>
            <p:cNvSpPr/>
            <p:nvPr/>
          </p:nvSpPr>
          <p:spPr>
            <a:xfrm>
              <a:off x="2168390" y="1825748"/>
              <a:ext cx="512871" cy="1742788"/>
            </a:xfrm>
            <a:custGeom>
              <a:avLst/>
              <a:gdLst/>
              <a:ahLst/>
              <a:cxnLst/>
              <a:rect l="l" t="t" r="r" b="b"/>
              <a:pathLst>
                <a:path w="11241" h="38196" extrusionOk="0">
                  <a:moveTo>
                    <a:pt x="11240" y="1"/>
                  </a:moveTo>
                  <a:lnTo>
                    <a:pt x="11240" y="31707"/>
                  </a:lnTo>
                  <a:lnTo>
                    <a:pt x="1" y="38196"/>
                  </a:lnTo>
                  <a:lnTo>
                    <a:pt x="1" y="64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1" name="Google Shape;1491;p25"/>
            <p:cNvSpPr/>
            <p:nvPr/>
          </p:nvSpPr>
          <p:spPr>
            <a:xfrm>
              <a:off x="2168390" y="2509151"/>
              <a:ext cx="512871" cy="387377"/>
            </a:xfrm>
            <a:custGeom>
              <a:avLst/>
              <a:gdLst/>
              <a:ahLst/>
              <a:cxnLst/>
              <a:rect l="l" t="t" r="r" b="b"/>
              <a:pathLst>
                <a:path w="11241" h="8490" extrusionOk="0">
                  <a:moveTo>
                    <a:pt x="1" y="6490"/>
                  </a:moveTo>
                  <a:lnTo>
                    <a:pt x="1" y="8490"/>
                  </a:lnTo>
                  <a:lnTo>
                    <a:pt x="11240" y="1989"/>
                  </a:lnTo>
                  <a:lnTo>
                    <a:pt x="11240"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2" name="Google Shape;1492;p25"/>
            <p:cNvSpPr/>
            <p:nvPr/>
          </p:nvSpPr>
          <p:spPr>
            <a:xfrm>
              <a:off x="2200466" y="2683538"/>
              <a:ext cx="221646" cy="169004"/>
            </a:xfrm>
            <a:custGeom>
              <a:avLst/>
              <a:gdLst/>
              <a:ahLst/>
              <a:cxnLst/>
              <a:rect l="l" t="t" r="r" b="b"/>
              <a:pathLst>
                <a:path w="4858" h="3704" extrusionOk="0">
                  <a:moveTo>
                    <a:pt x="0" y="2799"/>
                  </a:moveTo>
                  <a:lnTo>
                    <a:pt x="0" y="3704"/>
                  </a:lnTo>
                  <a:lnTo>
                    <a:pt x="4858" y="906"/>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3" name="Google Shape;1493;p25"/>
            <p:cNvSpPr/>
            <p:nvPr/>
          </p:nvSpPr>
          <p:spPr>
            <a:xfrm>
              <a:off x="2453059" y="2621075"/>
              <a:ext cx="65791" cy="95133"/>
            </a:xfrm>
            <a:custGeom>
              <a:avLst/>
              <a:gdLst/>
              <a:ahLst/>
              <a:cxnLst/>
              <a:rect l="l" t="t" r="r" b="b"/>
              <a:pathLst>
                <a:path w="1442" h="2085" extrusionOk="0">
                  <a:moveTo>
                    <a:pt x="1441" y="0"/>
                  </a:moveTo>
                  <a:lnTo>
                    <a:pt x="1" y="822"/>
                  </a:lnTo>
                  <a:lnTo>
                    <a:pt x="1" y="2084"/>
                  </a:lnTo>
                  <a:lnTo>
                    <a:pt x="1441" y="1251"/>
                  </a:lnTo>
                  <a:lnTo>
                    <a:pt x="14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4" name="Google Shape;1494;p25"/>
            <p:cNvSpPr/>
            <p:nvPr/>
          </p:nvSpPr>
          <p:spPr>
            <a:xfrm>
              <a:off x="2539979" y="2542824"/>
              <a:ext cx="128799" cy="119042"/>
            </a:xfrm>
            <a:custGeom>
              <a:avLst/>
              <a:gdLst/>
              <a:ahLst/>
              <a:cxnLst/>
              <a:rect l="l" t="t" r="r" b="b"/>
              <a:pathLst>
                <a:path w="2823" h="2609" extrusionOk="0">
                  <a:moveTo>
                    <a:pt x="1" y="1620"/>
                  </a:moveTo>
                  <a:lnTo>
                    <a:pt x="1" y="2608"/>
                  </a:lnTo>
                  <a:lnTo>
                    <a:pt x="2822" y="977"/>
                  </a:lnTo>
                  <a:lnTo>
                    <a:pt x="2822"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5" name="Google Shape;1495;p25"/>
            <p:cNvSpPr/>
            <p:nvPr/>
          </p:nvSpPr>
          <p:spPr>
            <a:xfrm>
              <a:off x="2553575" y="2559706"/>
              <a:ext cx="104892" cy="86966"/>
            </a:xfrm>
            <a:custGeom>
              <a:avLst/>
              <a:gdLst/>
              <a:ahLst/>
              <a:cxnLst/>
              <a:rect l="l" t="t" r="r" b="b"/>
              <a:pathLst>
                <a:path w="2299" h="1906" extrusionOk="0">
                  <a:moveTo>
                    <a:pt x="2298" y="0"/>
                  </a:moveTo>
                  <a:lnTo>
                    <a:pt x="2024" y="155"/>
                  </a:lnTo>
                  <a:lnTo>
                    <a:pt x="2024" y="393"/>
                  </a:lnTo>
                  <a:lnTo>
                    <a:pt x="2298" y="238"/>
                  </a:lnTo>
                  <a:lnTo>
                    <a:pt x="2298" y="0"/>
                  </a:lnTo>
                  <a:close/>
                  <a:moveTo>
                    <a:pt x="1893" y="250"/>
                  </a:moveTo>
                  <a:lnTo>
                    <a:pt x="1620" y="393"/>
                  </a:lnTo>
                  <a:lnTo>
                    <a:pt x="1620" y="631"/>
                  </a:lnTo>
                  <a:lnTo>
                    <a:pt x="1893" y="476"/>
                  </a:lnTo>
                  <a:lnTo>
                    <a:pt x="1893" y="250"/>
                  </a:lnTo>
                  <a:close/>
                  <a:moveTo>
                    <a:pt x="2298" y="357"/>
                  </a:moveTo>
                  <a:lnTo>
                    <a:pt x="2024" y="512"/>
                  </a:lnTo>
                  <a:lnTo>
                    <a:pt x="2024" y="750"/>
                  </a:lnTo>
                  <a:lnTo>
                    <a:pt x="2298" y="595"/>
                  </a:lnTo>
                  <a:lnTo>
                    <a:pt x="2298" y="357"/>
                  </a:lnTo>
                  <a:close/>
                  <a:moveTo>
                    <a:pt x="1489" y="476"/>
                  </a:moveTo>
                  <a:lnTo>
                    <a:pt x="1215" y="631"/>
                  </a:lnTo>
                  <a:lnTo>
                    <a:pt x="1215" y="869"/>
                  </a:lnTo>
                  <a:lnTo>
                    <a:pt x="1489" y="703"/>
                  </a:lnTo>
                  <a:lnTo>
                    <a:pt x="1489" y="476"/>
                  </a:lnTo>
                  <a:close/>
                  <a:moveTo>
                    <a:pt x="1893" y="595"/>
                  </a:moveTo>
                  <a:lnTo>
                    <a:pt x="1620" y="750"/>
                  </a:lnTo>
                  <a:lnTo>
                    <a:pt x="1620" y="988"/>
                  </a:lnTo>
                  <a:lnTo>
                    <a:pt x="1893" y="834"/>
                  </a:lnTo>
                  <a:lnTo>
                    <a:pt x="1893" y="595"/>
                  </a:lnTo>
                  <a:close/>
                  <a:moveTo>
                    <a:pt x="1084" y="703"/>
                  </a:moveTo>
                  <a:lnTo>
                    <a:pt x="810" y="857"/>
                  </a:lnTo>
                  <a:lnTo>
                    <a:pt x="810" y="1095"/>
                  </a:lnTo>
                  <a:lnTo>
                    <a:pt x="1084" y="941"/>
                  </a:lnTo>
                  <a:lnTo>
                    <a:pt x="1084" y="703"/>
                  </a:lnTo>
                  <a:close/>
                  <a:moveTo>
                    <a:pt x="1489" y="822"/>
                  </a:moveTo>
                  <a:lnTo>
                    <a:pt x="1215" y="976"/>
                  </a:lnTo>
                  <a:lnTo>
                    <a:pt x="1215" y="1215"/>
                  </a:lnTo>
                  <a:lnTo>
                    <a:pt x="1489" y="1060"/>
                  </a:lnTo>
                  <a:lnTo>
                    <a:pt x="1489" y="822"/>
                  </a:lnTo>
                  <a:close/>
                  <a:moveTo>
                    <a:pt x="679" y="941"/>
                  </a:moveTo>
                  <a:lnTo>
                    <a:pt x="405" y="1095"/>
                  </a:lnTo>
                  <a:lnTo>
                    <a:pt x="405" y="1334"/>
                  </a:lnTo>
                  <a:lnTo>
                    <a:pt x="679" y="1179"/>
                  </a:lnTo>
                  <a:lnTo>
                    <a:pt x="679" y="941"/>
                  </a:lnTo>
                  <a:close/>
                  <a:moveTo>
                    <a:pt x="1084" y="1048"/>
                  </a:moveTo>
                  <a:lnTo>
                    <a:pt x="810" y="1203"/>
                  </a:lnTo>
                  <a:lnTo>
                    <a:pt x="810" y="1441"/>
                  </a:lnTo>
                  <a:lnTo>
                    <a:pt x="1084" y="1286"/>
                  </a:lnTo>
                  <a:lnTo>
                    <a:pt x="1084" y="1048"/>
                  </a:lnTo>
                  <a:close/>
                  <a:moveTo>
                    <a:pt x="274" y="1167"/>
                  </a:moveTo>
                  <a:lnTo>
                    <a:pt x="0" y="1322"/>
                  </a:lnTo>
                  <a:lnTo>
                    <a:pt x="0" y="1560"/>
                  </a:lnTo>
                  <a:lnTo>
                    <a:pt x="274" y="1405"/>
                  </a:lnTo>
                  <a:lnTo>
                    <a:pt x="274" y="1167"/>
                  </a:lnTo>
                  <a:close/>
                  <a:moveTo>
                    <a:pt x="679" y="1286"/>
                  </a:moveTo>
                  <a:lnTo>
                    <a:pt x="405" y="1441"/>
                  </a:lnTo>
                  <a:lnTo>
                    <a:pt x="405" y="1679"/>
                  </a:lnTo>
                  <a:lnTo>
                    <a:pt x="679" y="1524"/>
                  </a:lnTo>
                  <a:lnTo>
                    <a:pt x="679" y="1286"/>
                  </a:lnTo>
                  <a:close/>
                  <a:moveTo>
                    <a:pt x="274" y="1512"/>
                  </a:moveTo>
                  <a:lnTo>
                    <a:pt x="0" y="1667"/>
                  </a:lnTo>
                  <a:lnTo>
                    <a:pt x="0" y="1905"/>
                  </a:lnTo>
                  <a:lnTo>
                    <a:pt x="274" y="1750"/>
                  </a:lnTo>
                  <a:lnTo>
                    <a:pt x="274" y="151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6" name="Google Shape;1496;p25"/>
            <p:cNvSpPr/>
            <p:nvPr/>
          </p:nvSpPr>
          <p:spPr>
            <a:xfrm>
              <a:off x="2467751" y="2650504"/>
              <a:ext cx="36409" cy="42205"/>
            </a:xfrm>
            <a:custGeom>
              <a:avLst/>
              <a:gdLst/>
              <a:ahLst/>
              <a:cxnLst/>
              <a:rect l="l" t="t" r="r" b="b"/>
              <a:pathLst>
                <a:path w="798" h="925" extrusionOk="0">
                  <a:moveTo>
                    <a:pt x="750" y="1"/>
                  </a:moveTo>
                  <a:cubicBezTo>
                    <a:pt x="739" y="1"/>
                    <a:pt x="727" y="4"/>
                    <a:pt x="715" y="10"/>
                  </a:cubicBezTo>
                  <a:cubicBezTo>
                    <a:pt x="667" y="34"/>
                    <a:pt x="643" y="82"/>
                    <a:pt x="643" y="141"/>
                  </a:cubicBezTo>
                  <a:cubicBezTo>
                    <a:pt x="643" y="176"/>
                    <a:pt x="662" y="198"/>
                    <a:pt x="686" y="198"/>
                  </a:cubicBezTo>
                  <a:cubicBezTo>
                    <a:pt x="695" y="198"/>
                    <a:pt x="705" y="195"/>
                    <a:pt x="715" y="189"/>
                  </a:cubicBezTo>
                  <a:cubicBezTo>
                    <a:pt x="762" y="153"/>
                    <a:pt x="786" y="106"/>
                    <a:pt x="798" y="58"/>
                  </a:cubicBezTo>
                  <a:cubicBezTo>
                    <a:pt x="798" y="23"/>
                    <a:pt x="779" y="1"/>
                    <a:pt x="750" y="1"/>
                  </a:cubicBezTo>
                  <a:close/>
                  <a:moveTo>
                    <a:pt x="433" y="180"/>
                  </a:moveTo>
                  <a:cubicBezTo>
                    <a:pt x="424" y="180"/>
                    <a:pt x="415" y="183"/>
                    <a:pt x="405" y="189"/>
                  </a:cubicBezTo>
                  <a:cubicBezTo>
                    <a:pt x="357" y="225"/>
                    <a:pt x="334" y="272"/>
                    <a:pt x="322" y="320"/>
                  </a:cubicBezTo>
                  <a:cubicBezTo>
                    <a:pt x="322" y="355"/>
                    <a:pt x="341" y="377"/>
                    <a:pt x="370" y="377"/>
                  </a:cubicBezTo>
                  <a:cubicBezTo>
                    <a:pt x="380" y="377"/>
                    <a:pt x="392" y="374"/>
                    <a:pt x="405" y="368"/>
                  </a:cubicBezTo>
                  <a:cubicBezTo>
                    <a:pt x="453" y="344"/>
                    <a:pt x="476" y="284"/>
                    <a:pt x="476" y="237"/>
                  </a:cubicBezTo>
                  <a:cubicBezTo>
                    <a:pt x="476" y="202"/>
                    <a:pt x="457" y="180"/>
                    <a:pt x="433" y="180"/>
                  </a:cubicBezTo>
                  <a:close/>
                  <a:moveTo>
                    <a:pt x="757" y="356"/>
                  </a:moveTo>
                  <a:cubicBezTo>
                    <a:pt x="745" y="356"/>
                    <a:pt x="730" y="360"/>
                    <a:pt x="715" y="368"/>
                  </a:cubicBezTo>
                  <a:cubicBezTo>
                    <a:pt x="667" y="391"/>
                    <a:pt x="643" y="439"/>
                    <a:pt x="643" y="498"/>
                  </a:cubicBezTo>
                  <a:cubicBezTo>
                    <a:pt x="643" y="530"/>
                    <a:pt x="659" y="546"/>
                    <a:pt x="680" y="546"/>
                  </a:cubicBezTo>
                  <a:cubicBezTo>
                    <a:pt x="691" y="546"/>
                    <a:pt x="703" y="542"/>
                    <a:pt x="715" y="534"/>
                  </a:cubicBezTo>
                  <a:cubicBezTo>
                    <a:pt x="762" y="510"/>
                    <a:pt x="786" y="463"/>
                    <a:pt x="798" y="403"/>
                  </a:cubicBezTo>
                  <a:cubicBezTo>
                    <a:pt x="798" y="371"/>
                    <a:pt x="782" y="356"/>
                    <a:pt x="757" y="356"/>
                  </a:cubicBezTo>
                  <a:close/>
                  <a:moveTo>
                    <a:pt x="105" y="370"/>
                  </a:moveTo>
                  <a:cubicBezTo>
                    <a:pt x="95" y="370"/>
                    <a:pt x="84" y="373"/>
                    <a:pt x="72" y="379"/>
                  </a:cubicBezTo>
                  <a:cubicBezTo>
                    <a:pt x="24" y="415"/>
                    <a:pt x="0" y="463"/>
                    <a:pt x="0" y="510"/>
                  </a:cubicBezTo>
                  <a:cubicBezTo>
                    <a:pt x="0" y="545"/>
                    <a:pt x="19" y="567"/>
                    <a:pt x="44" y="567"/>
                  </a:cubicBezTo>
                  <a:cubicBezTo>
                    <a:pt x="52" y="567"/>
                    <a:pt x="62" y="564"/>
                    <a:pt x="72" y="558"/>
                  </a:cubicBezTo>
                  <a:cubicBezTo>
                    <a:pt x="119" y="534"/>
                    <a:pt x="143" y="475"/>
                    <a:pt x="143" y="427"/>
                  </a:cubicBezTo>
                  <a:cubicBezTo>
                    <a:pt x="143" y="392"/>
                    <a:pt x="130" y="370"/>
                    <a:pt x="105" y="370"/>
                  </a:cubicBezTo>
                  <a:close/>
                  <a:moveTo>
                    <a:pt x="433" y="537"/>
                  </a:moveTo>
                  <a:cubicBezTo>
                    <a:pt x="424" y="537"/>
                    <a:pt x="415" y="540"/>
                    <a:pt x="405" y="546"/>
                  </a:cubicBezTo>
                  <a:cubicBezTo>
                    <a:pt x="357" y="570"/>
                    <a:pt x="334" y="618"/>
                    <a:pt x="322" y="677"/>
                  </a:cubicBezTo>
                  <a:cubicBezTo>
                    <a:pt x="322" y="712"/>
                    <a:pt x="341" y="734"/>
                    <a:pt x="370" y="734"/>
                  </a:cubicBezTo>
                  <a:cubicBezTo>
                    <a:pt x="380" y="734"/>
                    <a:pt x="392" y="731"/>
                    <a:pt x="405" y="725"/>
                  </a:cubicBezTo>
                  <a:cubicBezTo>
                    <a:pt x="441" y="689"/>
                    <a:pt x="476" y="641"/>
                    <a:pt x="476" y="594"/>
                  </a:cubicBezTo>
                  <a:cubicBezTo>
                    <a:pt x="476" y="559"/>
                    <a:pt x="457" y="537"/>
                    <a:pt x="433" y="537"/>
                  </a:cubicBezTo>
                  <a:close/>
                  <a:moveTo>
                    <a:pt x="105" y="727"/>
                  </a:moveTo>
                  <a:cubicBezTo>
                    <a:pt x="95" y="727"/>
                    <a:pt x="84" y="730"/>
                    <a:pt x="72" y="737"/>
                  </a:cubicBezTo>
                  <a:cubicBezTo>
                    <a:pt x="24" y="760"/>
                    <a:pt x="0" y="808"/>
                    <a:pt x="0" y="868"/>
                  </a:cubicBezTo>
                  <a:cubicBezTo>
                    <a:pt x="0" y="902"/>
                    <a:pt x="19" y="925"/>
                    <a:pt x="44" y="925"/>
                  </a:cubicBezTo>
                  <a:cubicBezTo>
                    <a:pt x="52" y="925"/>
                    <a:pt x="62" y="922"/>
                    <a:pt x="72" y="915"/>
                  </a:cubicBezTo>
                  <a:cubicBezTo>
                    <a:pt x="119" y="879"/>
                    <a:pt x="143" y="832"/>
                    <a:pt x="143" y="784"/>
                  </a:cubicBezTo>
                  <a:cubicBezTo>
                    <a:pt x="143" y="749"/>
                    <a:pt x="130" y="727"/>
                    <a:pt x="105" y="72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7" name="Google Shape;1497;p25"/>
            <p:cNvSpPr/>
            <p:nvPr/>
          </p:nvSpPr>
          <p:spPr>
            <a:xfrm>
              <a:off x="2168390" y="2486338"/>
              <a:ext cx="512871" cy="318936"/>
            </a:xfrm>
            <a:custGeom>
              <a:avLst/>
              <a:gdLst/>
              <a:ahLst/>
              <a:cxnLst/>
              <a:rect l="l" t="t" r="r" b="b"/>
              <a:pathLst>
                <a:path w="11241" h="6990" extrusionOk="0">
                  <a:moveTo>
                    <a:pt x="11240" y="501"/>
                  </a:moveTo>
                  <a:lnTo>
                    <a:pt x="10371" y="1"/>
                  </a:lnTo>
                  <a:lnTo>
                    <a:pt x="1" y="5990"/>
                  </a:lnTo>
                  <a:lnTo>
                    <a:pt x="1" y="6990"/>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8" name="Google Shape;1498;p25"/>
            <p:cNvSpPr/>
            <p:nvPr/>
          </p:nvSpPr>
          <p:spPr>
            <a:xfrm>
              <a:off x="2168390" y="1825748"/>
              <a:ext cx="512871" cy="387377"/>
            </a:xfrm>
            <a:custGeom>
              <a:avLst/>
              <a:gdLst/>
              <a:ahLst/>
              <a:cxnLst/>
              <a:rect l="l" t="t" r="r" b="b"/>
              <a:pathLst>
                <a:path w="11241" h="8490" extrusionOk="0">
                  <a:moveTo>
                    <a:pt x="1" y="6490"/>
                  </a:moveTo>
                  <a:lnTo>
                    <a:pt x="1" y="8490"/>
                  </a:lnTo>
                  <a:lnTo>
                    <a:pt x="11240" y="2001"/>
                  </a:lnTo>
                  <a:lnTo>
                    <a:pt x="11240"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9" name="Google Shape;1499;p25"/>
            <p:cNvSpPr/>
            <p:nvPr/>
          </p:nvSpPr>
          <p:spPr>
            <a:xfrm>
              <a:off x="2200466" y="2000135"/>
              <a:ext cx="221646" cy="169004"/>
            </a:xfrm>
            <a:custGeom>
              <a:avLst/>
              <a:gdLst/>
              <a:ahLst/>
              <a:cxnLst/>
              <a:rect l="l" t="t" r="r" b="b"/>
              <a:pathLst>
                <a:path w="4858" h="3704" extrusionOk="0">
                  <a:moveTo>
                    <a:pt x="0" y="2799"/>
                  </a:moveTo>
                  <a:lnTo>
                    <a:pt x="0" y="3704"/>
                  </a:lnTo>
                  <a:lnTo>
                    <a:pt x="4858" y="906"/>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0" name="Google Shape;1500;p25"/>
            <p:cNvSpPr/>
            <p:nvPr/>
          </p:nvSpPr>
          <p:spPr>
            <a:xfrm>
              <a:off x="2453059" y="1937671"/>
              <a:ext cx="65791" cy="95635"/>
            </a:xfrm>
            <a:custGeom>
              <a:avLst/>
              <a:gdLst/>
              <a:ahLst/>
              <a:cxnLst/>
              <a:rect l="l" t="t" r="r" b="b"/>
              <a:pathLst>
                <a:path w="1442" h="2096" extrusionOk="0">
                  <a:moveTo>
                    <a:pt x="1441" y="0"/>
                  </a:moveTo>
                  <a:lnTo>
                    <a:pt x="1" y="834"/>
                  </a:lnTo>
                  <a:lnTo>
                    <a:pt x="1" y="2096"/>
                  </a:lnTo>
                  <a:lnTo>
                    <a:pt x="1441" y="1263"/>
                  </a:lnTo>
                  <a:lnTo>
                    <a:pt x="14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1" name="Google Shape;1501;p25"/>
            <p:cNvSpPr/>
            <p:nvPr/>
          </p:nvSpPr>
          <p:spPr>
            <a:xfrm>
              <a:off x="2467751" y="1967101"/>
              <a:ext cx="36409" cy="42205"/>
            </a:xfrm>
            <a:custGeom>
              <a:avLst/>
              <a:gdLst/>
              <a:ahLst/>
              <a:cxnLst/>
              <a:rect l="l" t="t" r="r" b="b"/>
              <a:pathLst>
                <a:path w="798" h="925" extrusionOk="0">
                  <a:moveTo>
                    <a:pt x="750" y="1"/>
                  </a:moveTo>
                  <a:cubicBezTo>
                    <a:pt x="739" y="1"/>
                    <a:pt x="727" y="4"/>
                    <a:pt x="715" y="10"/>
                  </a:cubicBezTo>
                  <a:cubicBezTo>
                    <a:pt x="667" y="46"/>
                    <a:pt x="643" y="94"/>
                    <a:pt x="643" y="141"/>
                  </a:cubicBezTo>
                  <a:cubicBezTo>
                    <a:pt x="643" y="176"/>
                    <a:pt x="662" y="198"/>
                    <a:pt x="686" y="198"/>
                  </a:cubicBezTo>
                  <a:cubicBezTo>
                    <a:pt x="695" y="198"/>
                    <a:pt x="705" y="195"/>
                    <a:pt x="715" y="189"/>
                  </a:cubicBezTo>
                  <a:cubicBezTo>
                    <a:pt x="762" y="165"/>
                    <a:pt x="786" y="117"/>
                    <a:pt x="798" y="58"/>
                  </a:cubicBezTo>
                  <a:cubicBezTo>
                    <a:pt x="798" y="23"/>
                    <a:pt x="779" y="1"/>
                    <a:pt x="750" y="1"/>
                  </a:cubicBezTo>
                  <a:close/>
                  <a:moveTo>
                    <a:pt x="438" y="189"/>
                  </a:moveTo>
                  <a:cubicBezTo>
                    <a:pt x="428" y="189"/>
                    <a:pt x="416" y="193"/>
                    <a:pt x="405" y="201"/>
                  </a:cubicBezTo>
                  <a:cubicBezTo>
                    <a:pt x="357" y="225"/>
                    <a:pt x="334" y="272"/>
                    <a:pt x="322" y="332"/>
                  </a:cubicBezTo>
                  <a:cubicBezTo>
                    <a:pt x="322" y="364"/>
                    <a:pt x="337" y="379"/>
                    <a:pt x="362" y="379"/>
                  </a:cubicBezTo>
                  <a:cubicBezTo>
                    <a:pt x="375" y="379"/>
                    <a:pt x="389" y="375"/>
                    <a:pt x="405" y="367"/>
                  </a:cubicBezTo>
                  <a:cubicBezTo>
                    <a:pt x="441" y="344"/>
                    <a:pt x="476" y="296"/>
                    <a:pt x="476" y="248"/>
                  </a:cubicBezTo>
                  <a:cubicBezTo>
                    <a:pt x="476" y="208"/>
                    <a:pt x="460" y="189"/>
                    <a:pt x="438" y="189"/>
                  </a:cubicBezTo>
                  <a:close/>
                  <a:moveTo>
                    <a:pt x="750" y="358"/>
                  </a:moveTo>
                  <a:cubicBezTo>
                    <a:pt x="739" y="358"/>
                    <a:pt x="727" y="361"/>
                    <a:pt x="715" y="367"/>
                  </a:cubicBezTo>
                  <a:cubicBezTo>
                    <a:pt x="667" y="391"/>
                    <a:pt x="643" y="439"/>
                    <a:pt x="643" y="498"/>
                  </a:cubicBezTo>
                  <a:cubicBezTo>
                    <a:pt x="643" y="533"/>
                    <a:pt x="662" y="555"/>
                    <a:pt x="686" y="555"/>
                  </a:cubicBezTo>
                  <a:cubicBezTo>
                    <a:pt x="695" y="555"/>
                    <a:pt x="705" y="552"/>
                    <a:pt x="715" y="546"/>
                  </a:cubicBezTo>
                  <a:cubicBezTo>
                    <a:pt x="762" y="510"/>
                    <a:pt x="786" y="463"/>
                    <a:pt x="798" y="415"/>
                  </a:cubicBezTo>
                  <a:cubicBezTo>
                    <a:pt x="798" y="380"/>
                    <a:pt x="779" y="358"/>
                    <a:pt x="750" y="358"/>
                  </a:cubicBezTo>
                  <a:close/>
                  <a:moveTo>
                    <a:pt x="110" y="380"/>
                  </a:moveTo>
                  <a:cubicBezTo>
                    <a:pt x="99" y="380"/>
                    <a:pt x="87" y="384"/>
                    <a:pt x="72" y="391"/>
                  </a:cubicBezTo>
                  <a:cubicBezTo>
                    <a:pt x="24" y="415"/>
                    <a:pt x="0" y="463"/>
                    <a:pt x="0" y="522"/>
                  </a:cubicBezTo>
                  <a:cubicBezTo>
                    <a:pt x="0" y="548"/>
                    <a:pt x="19" y="568"/>
                    <a:pt x="42" y="568"/>
                  </a:cubicBezTo>
                  <a:cubicBezTo>
                    <a:pt x="52" y="568"/>
                    <a:pt x="62" y="565"/>
                    <a:pt x="72" y="558"/>
                  </a:cubicBezTo>
                  <a:cubicBezTo>
                    <a:pt x="119" y="534"/>
                    <a:pt x="143" y="487"/>
                    <a:pt x="143" y="439"/>
                  </a:cubicBezTo>
                  <a:cubicBezTo>
                    <a:pt x="143" y="398"/>
                    <a:pt x="132" y="380"/>
                    <a:pt x="110" y="380"/>
                  </a:cubicBezTo>
                  <a:close/>
                  <a:moveTo>
                    <a:pt x="433" y="537"/>
                  </a:moveTo>
                  <a:cubicBezTo>
                    <a:pt x="424" y="537"/>
                    <a:pt x="415" y="540"/>
                    <a:pt x="405" y="546"/>
                  </a:cubicBezTo>
                  <a:cubicBezTo>
                    <a:pt x="357" y="582"/>
                    <a:pt x="334" y="629"/>
                    <a:pt x="322" y="677"/>
                  </a:cubicBezTo>
                  <a:cubicBezTo>
                    <a:pt x="322" y="712"/>
                    <a:pt x="341" y="734"/>
                    <a:pt x="370" y="734"/>
                  </a:cubicBezTo>
                  <a:cubicBezTo>
                    <a:pt x="380" y="734"/>
                    <a:pt x="392" y="731"/>
                    <a:pt x="405" y="725"/>
                  </a:cubicBezTo>
                  <a:cubicBezTo>
                    <a:pt x="441" y="701"/>
                    <a:pt x="476" y="653"/>
                    <a:pt x="476" y="594"/>
                  </a:cubicBezTo>
                  <a:cubicBezTo>
                    <a:pt x="476" y="559"/>
                    <a:pt x="457" y="537"/>
                    <a:pt x="433" y="537"/>
                  </a:cubicBezTo>
                  <a:close/>
                  <a:moveTo>
                    <a:pt x="105" y="727"/>
                  </a:moveTo>
                  <a:cubicBezTo>
                    <a:pt x="95" y="727"/>
                    <a:pt x="84" y="730"/>
                    <a:pt x="72" y="737"/>
                  </a:cubicBezTo>
                  <a:cubicBezTo>
                    <a:pt x="24" y="772"/>
                    <a:pt x="0" y="820"/>
                    <a:pt x="0" y="868"/>
                  </a:cubicBezTo>
                  <a:cubicBezTo>
                    <a:pt x="0" y="902"/>
                    <a:pt x="19" y="925"/>
                    <a:pt x="44" y="925"/>
                  </a:cubicBezTo>
                  <a:cubicBezTo>
                    <a:pt x="52" y="925"/>
                    <a:pt x="62" y="922"/>
                    <a:pt x="72" y="915"/>
                  </a:cubicBezTo>
                  <a:cubicBezTo>
                    <a:pt x="119" y="891"/>
                    <a:pt x="143" y="844"/>
                    <a:pt x="143" y="784"/>
                  </a:cubicBezTo>
                  <a:cubicBezTo>
                    <a:pt x="143" y="749"/>
                    <a:pt x="130" y="727"/>
                    <a:pt x="105" y="72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2" name="Google Shape;1502;p25"/>
            <p:cNvSpPr/>
            <p:nvPr/>
          </p:nvSpPr>
          <p:spPr>
            <a:xfrm>
              <a:off x="2168390" y="2372270"/>
              <a:ext cx="512871" cy="387377"/>
            </a:xfrm>
            <a:custGeom>
              <a:avLst/>
              <a:gdLst/>
              <a:ahLst/>
              <a:cxnLst/>
              <a:rect l="l" t="t" r="r" b="b"/>
              <a:pathLst>
                <a:path w="11241" h="8490" extrusionOk="0">
                  <a:moveTo>
                    <a:pt x="1" y="6489"/>
                  </a:moveTo>
                  <a:lnTo>
                    <a:pt x="1" y="8490"/>
                  </a:lnTo>
                  <a:lnTo>
                    <a:pt x="11240" y="2001"/>
                  </a:lnTo>
                  <a:lnTo>
                    <a:pt x="11240"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25"/>
            <p:cNvSpPr/>
            <p:nvPr/>
          </p:nvSpPr>
          <p:spPr>
            <a:xfrm>
              <a:off x="2200466" y="2546657"/>
              <a:ext cx="221646" cy="169004"/>
            </a:xfrm>
            <a:custGeom>
              <a:avLst/>
              <a:gdLst/>
              <a:ahLst/>
              <a:cxnLst/>
              <a:rect l="l" t="t" r="r" b="b"/>
              <a:pathLst>
                <a:path w="4858" h="3704" extrusionOk="0">
                  <a:moveTo>
                    <a:pt x="0" y="2798"/>
                  </a:moveTo>
                  <a:lnTo>
                    <a:pt x="0" y="3703"/>
                  </a:lnTo>
                  <a:lnTo>
                    <a:pt x="4858" y="905"/>
                  </a:lnTo>
                  <a:lnTo>
                    <a:pt x="4858" y="0"/>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25"/>
            <p:cNvSpPr/>
            <p:nvPr/>
          </p:nvSpPr>
          <p:spPr>
            <a:xfrm>
              <a:off x="2453059" y="2484193"/>
              <a:ext cx="65791" cy="95635"/>
            </a:xfrm>
            <a:custGeom>
              <a:avLst/>
              <a:gdLst/>
              <a:ahLst/>
              <a:cxnLst/>
              <a:rect l="l" t="t" r="r" b="b"/>
              <a:pathLst>
                <a:path w="1442" h="2096" extrusionOk="0">
                  <a:moveTo>
                    <a:pt x="1441" y="0"/>
                  </a:moveTo>
                  <a:lnTo>
                    <a:pt x="1" y="834"/>
                  </a:lnTo>
                  <a:lnTo>
                    <a:pt x="1" y="2096"/>
                  </a:lnTo>
                  <a:lnTo>
                    <a:pt x="1441" y="1262"/>
                  </a:lnTo>
                  <a:lnTo>
                    <a:pt x="14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25"/>
            <p:cNvSpPr/>
            <p:nvPr/>
          </p:nvSpPr>
          <p:spPr>
            <a:xfrm>
              <a:off x="2539979" y="2405943"/>
              <a:ext cx="128799" cy="119042"/>
            </a:xfrm>
            <a:custGeom>
              <a:avLst/>
              <a:gdLst/>
              <a:ahLst/>
              <a:cxnLst/>
              <a:rect l="l" t="t" r="r" b="b"/>
              <a:pathLst>
                <a:path w="2823" h="2609" extrusionOk="0">
                  <a:moveTo>
                    <a:pt x="1" y="1632"/>
                  </a:moveTo>
                  <a:lnTo>
                    <a:pt x="1" y="2608"/>
                  </a:lnTo>
                  <a:lnTo>
                    <a:pt x="2822" y="977"/>
                  </a:lnTo>
                  <a:lnTo>
                    <a:pt x="2822"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25"/>
            <p:cNvSpPr/>
            <p:nvPr/>
          </p:nvSpPr>
          <p:spPr>
            <a:xfrm>
              <a:off x="2553575" y="2423327"/>
              <a:ext cx="104892" cy="86966"/>
            </a:xfrm>
            <a:custGeom>
              <a:avLst/>
              <a:gdLst/>
              <a:ahLst/>
              <a:cxnLst/>
              <a:rect l="l" t="t" r="r" b="b"/>
              <a:pathLst>
                <a:path w="2299" h="1906" extrusionOk="0">
                  <a:moveTo>
                    <a:pt x="2298" y="1"/>
                  </a:moveTo>
                  <a:lnTo>
                    <a:pt x="2024" y="155"/>
                  </a:lnTo>
                  <a:lnTo>
                    <a:pt x="2024" y="394"/>
                  </a:lnTo>
                  <a:lnTo>
                    <a:pt x="2298" y="239"/>
                  </a:lnTo>
                  <a:lnTo>
                    <a:pt x="2298" y="1"/>
                  </a:lnTo>
                  <a:close/>
                  <a:moveTo>
                    <a:pt x="1893" y="227"/>
                  </a:moveTo>
                  <a:lnTo>
                    <a:pt x="1620" y="394"/>
                  </a:lnTo>
                  <a:lnTo>
                    <a:pt x="1620" y="632"/>
                  </a:lnTo>
                  <a:lnTo>
                    <a:pt x="1893" y="465"/>
                  </a:lnTo>
                  <a:lnTo>
                    <a:pt x="1893" y="227"/>
                  </a:lnTo>
                  <a:close/>
                  <a:moveTo>
                    <a:pt x="2298" y="358"/>
                  </a:moveTo>
                  <a:lnTo>
                    <a:pt x="2024" y="501"/>
                  </a:lnTo>
                  <a:lnTo>
                    <a:pt x="2024" y="739"/>
                  </a:lnTo>
                  <a:lnTo>
                    <a:pt x="2298" y="596"/>
                  </a:lnTo>
                  <a:lnTo>
                    <a:pt x="2298" y="358"/>
                  </a:lnTo>
                  <a:close/>
                  <a:moveTo>
                    <a:pt x="1489" y="465"/>
                  </a:moveTo>
                  <a:lnTo>
                    <a:pt x="1215" y="620"/>
                  </a:lnTo>
                  <a:lnTo>
                    <a:pt x="1215" y="858"/>
                  </a:lnTo>
                  <a:lnTo>
                    <a:pt x="1489" y="703"/>
                  </a:lnTo>
                  <a:lnTo>
                    <a:pt x="1489" y="465"/>
                  </a:lnTo>
                  <a:close/>
                  <a:moveTo>
                    <a:pt x="1893" y="584"/>
                  </a:moveTo>
                  <a:lnTo>
                    <a:pt x="1620" y="739"/>
                  </a:lnTo>
                  <a:lnTo>
                    <a:pt x="1620" y="977"/>
                  </a:lnTo>
                  <a:lnTo>
                    <a:pt x="1893" y="822"/>
                  </a:lnTo>
                  <a:lnTo>
                    <a:pt x="1893" y="584"/>
                  </a:lnTo>
                  <a:close/>
                  <a:moveTo>
                    <a:pt x="1084" y="703"/>
                  </a:moveTo>
                  <a:lnTo>
                    <a:pt x="810" y="858"/>
                  </a:lnTo>
                  <a:lnTo>
                    <a:pt x="810" y="1096"/>
                  </a:lnTo>
                  <a:lnTo>
                    <a:pt x="1084" y="929"/>
                  </a:lnTo>
                  <a:lnTo>
                    <a:pt x="1084" y="703"/>
                  </a:lnTo>
                  <a:close/>
                  <a:moveTo>
                    <a:pt x="1489" y="810"/>
                  </a:moveTo>
                  <a:lnTo>
                    <a:pt x="1215" y="977"/>
                  </a:lnTo>
                  <a:lnTo>
                    <a:pt x="1215" y="1203"/>
                  </a:lnTo>
                  <a:lnTo>
                    <a:pt x="1489" y="1048"/>
                  </a:lnTo>
                  <a:lnTo>
                    <a:pt x="1489" y="810"/>
                  </a:lnTo>
                  <a:close/>
                  <a:moveTo>
                    <a:pt x="679" y="941"/>
                  </a:moveTo>
                  <a:lnTo>
                    <a:pt x="405" y="1084"/>
                  </a:lnTo>
                  <a:lnTo>
                    <a:pt x="405" y="1322"/>
                  </a:lnTo>
                  <a:lnTo>
                    <a:pt x="679" y="1179"/>
                  </a:lnTo>
                  <a:lnTo>
                    <a:pt x="679" y="941"/>
                  </a:lnTo>
                  <a:close/>
                  <a:moveTo>
                    <a:pt x="1084" y="1048"/>
                  </a:moveTo>
                  <a:lnTo>
                    <a:pt x="810" y="1203"/>
                  </a:lnTo>
                  <a:lnTo>
                    <a:pt x="810" y="1453"/>
                  </a:lnTo>
                  <a:lnTo>
                    <a:pt x="1084" y="1286"/>
                  </a:lnTo>
                  <a:lnTo>
                    <a:pt x="1084" y="1048"/>
                  </a:lnTo>
                  <a:close/>
                  <a:moveTo>
                    <a:pt x="274" y="1156"/>
                  </a:moveTo>
                  <a:lnTo>
                    <a:pt x="0" y="1322"/>
                  </a:lnTo>
                  <a:lnTo>
                    <a:pt x="0" y="1560"/>
                  </a:lnTo>
                  <a:lnTo>
                    <a:pt x="274" y="1394"/>
                  </a:lnTo>
                  <a:lnTo>
                    <a:pt x="274" y="1156"/>
                  </a:lnTo>
                  <a:close/>
                  <a:moveTo>
                    <a:pt x="679" y="1275"/>
                  </a:moveTo>
                  <a:lnTo>
                    <a:pt x="405" y="1429"/>
                  </a:lnTo>
                  <a:lnTo>
                    <a:pt x="405" y="1667"/>
                  </a:lnTo>
                  <a:lnTo>
                    <a:pt x="679" y="1513"/>
                  </a:lnTo>
                  <a:lnTo>
                    <a:pt x="679" y="1275"/>
                  </a:lnTo>
                  <a:close/>
                  <a:moveTo>
                    <a:pt x="274" y="1513"/>
                  </a:moveTo>
                  <a:lnTo>
                    <a:pt x="0" y="1667"/>
                  </a:lnTo>
                  <a:lnTo>
                    <a:pt x="0" y="1906"/>
                  </a:lnTo>
                  <a:lnTo>
                    <a:pt x="274" y="1751"/>
                  </a:lnTo>
                  <a:lnTo>
                    <a:pt x="274" y="151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7" name="Google Shape;1507;p25"/>
            <p:cNvSpPr/>
            <p:nvPr/>
          </p:nvSpPr>
          <p:spPr>
            <a:xfrm>
              <a:off x="2467751" y="2513623"/>
              <a:ext cx="36409" cy="42205"/>
            </a:xfrm>
            <a:custGeom>
              <a:avLst/>
              <a:gdLst/>
              <a:ahLst/>
              <a:cxnLst/>
              <a:rect l="l" t="t" r="r" b="b"/>
              <a:pathLst>
                <a:path w="798" h="925" extrusionOk="0">
                  <a:moveTo>
                    <a:pt x="750" y="1"/>
                  </a:moveTo>
                  <a:cubicBezTo>
                    <a:pt x="739" y="1"/>
                    <a:pt x="727" y="4"/>
                    <a:pt x="715" y="10"/>
                  </a:cubicBezTo>
                  <a:cubicBezTo>
                    <a:pt x="667" y="46"/>
                    <a:pt x="643" y="93"/>
                    <a:pt x="643" y="141"/>
                  </a:cubicBezTo>
                  <a:cubicBezTo>
                    <a:pt x="643" y="176"/>
                    <a:pt x="662" y="198"/>
                    <a:pt x="686" y="198"/>
                  </a:cubicBezTo>
                  <a:cubicBezTo>
                    <a:pt x="695" y="198"/>
                    <a:pt x="705" y="195"/>
                    <a:pt x="715" y="189"/>
                  </a:cubicBezTo>
                  <a:cubicBezTo>
                    <a:pt x="762" y="165"/>
                    <a:pt x="786" y="117"/>
                    <a:pt x="798" y="58"/>
                  </a:cubicBezTo>
                  <a:cubicBezTo>
                    <a:pt x="798" y="23"/>
                    <a:pt x="779" y="1"/>
                    <a:pt x="750" y="1"/>
                  </a:cubicBezTo>
                  <a:close/>
                  <a:moveTo>
                    <a:pt x="433" y="191"/>
                  </a:moveTo>
                  <a:cubicBezTo>
                    <a:pt x="424" y="191"/>
                    <a:pt x="415" y="194"/>
                    <a:pt x="405" y="200"/>
                  </a:cubicBezTo>
                  <a:cubicBezTo>
                    <a:pt x="357" y="224"/>
                    <a:pt x="334" y="272"/>
                    <a:pt x="322" y="331"/>
                  </a:cubicBezTo>
                  <a:cubicBezTo>
                    <a:pt x="322" y="363"/>
                    <a:pt x="337" y="379"/>
                    <a:pt x="362" y="379"/>
                  </a:cubicBezTo>
                  <a:cubicBezTo>
                    <a:pt x="375" y="379"/>
                    <a:pt x="389" y="375"/>
                    <a:pt x="405" y="367"/>
                  </a:cubicBezTo>
                  <a:cubicBezTo>
                    <a:pt x="453" y="343"/>
                    <a:pt x="476" y="296"/>
                    <a:pt x="476" y="248"/>
                  </a:cubicBezTo>
                  <a:cubicBezTo>
                    <a:pt x="476" y="213"/>
                    <a:pt x="457" y="191"/>
                    <a:pt x="433" y="191"/>
                  </a:cubicBezTo>
                  <a:close/>
                  <a:moveTo>
                    <a:pt x="750" y="358"/>
                  </a:moveTo>
                  <a:cubicBezTo>
                    <a:pt x="739" y="358"/>
                    <a:pt x="727" y="361"/>
                    <a:pt x="715" y="367"/>
                  </a:cubicBezTo>
                  <a:cubicBezTo>
                    <a:pt x="667" y="391"/>
                    <a:pt x="643" y="450"/>
                    <a:pt x="643" y="498"/>
                  </a:cubicBezTo>
                  <a:cubicBezTo>
                    <a:pt x="643" y="533"/>
                    <a:pt x="662" y="555"/>
                    <a:pt x="686" y="555"/>
                  </a:cubicBezTo>
                  <a:cubicBezTo>
                    <a:pt x="695" y="555"/>
                    <a:pt x="705" y="552"/>
                    <a:pt x="715" y="546"/>
                  </a:cubicBezTo>
                  <a:cubicBezTo>
                    <a:pt x="762" y="510"/>
                    <a:pt x="786" y="462"/>
                    <a:pt x="798" y="415"/>
                  </a:cubicBezTo>
                  <a:cubicBezTo>
                    <a:pt x="798" y="380"/>
                    <a:pt x="779" y="358"/>
                    <a:pt x="750" y="358"/>
                  </a:cubicBezTo>
                  <a:close/>
                  <a:moveTo>
                    <a:pt x="105" y="382"/>
                  </a:moveTo>
                  <a:cubicBezTo>
                    <a:pt x="95" y="382"/>
                    <a:pt x="84" y="385"/>
                    <a:pt x="72" y="391"/>
                  </a:cubicBezTo>
                  <a:cubicBezTo>
                    <a:pt x="24" y="415"/>
                    <a:pt x="0" y="462"/>
                    <a:pt x="0" y="522"/>
                  </a:cubicBezTo>
                  <a:cubicBezTo>
                    <a:pt x="0" y="548"/>
                    <a:pt x="19" y="567"/>
                    <a:pt x="42" y="567"/>
                  </a:cubicBezTo>
                  <a:cubicBezTo>
                    <a:pt x="52" y="567"/>
                    <a:pt x="62" y="564"/>
                    <a:pt x="72" y="558"/>
                  </a:cubicBezTo>
                  <a:cubicBezTo>
                    <a:pt x="119" y="534"/>
                    <a:pt x="143" y="486"/>
                    <a:pt x="143" y="439"/>
                  </a:cubicBezTo>
                  <a:cubicBezTo>
                    <a:pt x="143" y="404"/>
                    <a:pt x="130" y="382"/>
                    <a:pt x="105" y="382"/>
                  </a:cubicBezTo>
                  <a:close/>
                  <a:moveTo>
                    <a:pt x="430" y="541"/>
                  </a:moveTo>
                  <a:cubicBezTo>
                    <a:pt x="422" y="541"/>
                    <a:pt x="413" y="543"/>
                    <a:pt x="405" y="546"/>
                  </a:cubicBezTo>
                  <a:cubicBezTo>
                    <a:pt x="357" y="581"/>
                    <a:pt x="334" y="629"/>
                    <a:pt x="322" y="677"/>
                  </a:cubicBezTo>
                  <a:cubicBezTo>
                    <a:pt x="322" y="712"/>
                    <a:pt x="341" y="734"/>
                    <a:pt x="370" y="734"/>
                  </a:cubicBezTo>
                  <a:cubicBezTo>
                    <a:pt x="380" y="734"/>
                    <a:pt x="392" y="731"/>
                    <a:pt x="405" y="724"/>
                  </a:cubicBezTo>
                  <a:cubicBezTo>
                    <a:pt x="441" y="701"/>
                    <a:pt x="476" y="653"/>
                    <a:pt x="476" y="593"/>
                  </a:cubicBezTo>
                  <a:cubicBezTo>
                    <a:pt x="476" y="557"/>
                    <a:pt x="456" y="541"/>
                    <a:pt x="430" y="541"/>
                  </a:cubicBezTo>
                  <a:close/>
                  <a:moveTo>
                    <a:pt x="101" y="732"/>
                  </a:moveTo>
                  <a:cubicBezTo>
                    <a:pt x="93" y="732"/>
                    <a:pt x="83" y="733"/>
                    <a:pt x="72" y="736"/>
                  </a:cubicBezTo>
                  <a:cubicBezTo>
                    <a:pt x="24" y="772"/>
                    <a:pt x="0" y="820"/>
                    <a:pt x="0" y="867"/>
                  </a:cubicBezTo>
                  <a:cubicBezTo>
                    <a:pt x="0" y="902"/>
                    <a:pt x="19" y="924"/>
                    <a:pt x="44" y="924"/>
                  </a:cubicBezTo>
                  <a:cubicBezTo>
                    <a:pt x="52" y="924"/>
                    <a:pt x="62" y="921"/>
                    <a:pt x="72" y="915"/>
                  </a:cubicBezTo>
                  <a:cubicBezTo>
                    <a:pt x="119" y="891"/>
                    <a:pt x="143" y="843"/>
                    <a:pt x="143" y="784"/>
                  </a:cubicBezTo>
                  <a:cubicBezTo>
                    <a:pt x="143" y="747"/>
                    <a:pt x="129" y="732"/>
                    <a:pt x="101" y="73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8" name="Google Shape;1508;p25"/>
            <p:cNvSpPr/>
            <p:nvPr/>
          </p:nvSpPr>
          <p:spPr>
            <a:xfrm>
              <a:off x="2168390" y="2350004"/>
              <a:ext cx="512871" cy="318389"/>
            </a:xfrm>
            <a:custGeom>
              <a:avLst/>
              <a:gdLst/>
              <a:ahLst/>
              <a:cxnLst/>
              <a:rect l="l" t="t" r="r" b="b"/>
              <a:pathLst>
                <a:path w="11241" h="6978" extrusionOk="0">
                  <a:moveTo>
                    <a:pt x="11240" y="488"/>
                  </a:moveTo>
                  <a:lnTo>
                    <a:pt x="10371" y="0"/>
                  </a:lnTo>
                  <a:lnTo>
                    <a:pt x="1" y="5989"/>
                  </a:lnTo>
                  <a:lnTo>
                    <a:pt x="1" y="6977"/>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25"/>
            <p:cNvSpPr/>
            <p:nvPr/>
          </p:nvSpPr>
          <p:spPr>
            <a:xfrm>
              <a:off x="2168390" y="2235890"/>
              <a:ext cx="512871" cy="386876"/>
            </a:xfrm>
            <a:custGeom>
              <a:avLst/>
              <a:gdLst/>
              <a:ahLst/>
              <a:cxnLst/>
              <a:rect l="l" t="t" r="r" b="b"/>
              <a:pathLst>
                <a:path w="11241" h="8479" extrusionOk="0">
                  <a:moveTo>
                    <a:pt x="1" y="6490"/>
                  </a:moveTo>
                  <a:lnTo>
                    <a:pt x="1" y="8478"/>
                  </a:lnTo>
                  <a:lnTo>
                    <a:pt x="11240" y="1989"/>
                  </a:lnTo>
                  <a:lnTo>
                    <a:pt x="11240"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25"/>
            <p:cNvSpPr/>
            <p:nvPr/>
          </p:nvSpPr>
          <p:spPr>
            <a:xfrm>
              <a:off x="2200466" y="2410277"/>
              <a:ext cx="221646" cy="169004"/>
            </a:xfrm>
            <a:custGeom>
              <a:avLst/>
              <a:gdLst/>
              <a:ahLst/>
              <a:cxnLst/>
              <a:rect l="l" t="t" r="r" b="b"/>
              <a:pathLst>
                <a:path w="4858" h="3704" extrusionOk="0">
                  <a:moveTo>
                    <a:pt x="0" y="2799"/>
                  </a:moveTo>
                  <a:lnTo>
                    <a:pt x="0" y="3704"/>
                  </a:lnTo>
                  <a:lnTo>
                    <a:pt x="4858" y="906"/>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25"/>
            <p:cNvSpPr/>
            <p:nvPr/>
          </p:nvSpPr>
          <p:spPr>
            <a:xfrm>
              <a:off x="2453059" y="2347814"/>
              <a:ext cx="65791" cy="95133"/>
            </a:xfrm>
            <a:custGeom>
              <a:avLst/>
              <a:gdLst/>
              <a:ahLst/>
              <a:cxnLst/>
              <a:rect l="l" t="t" r="r" b="b"/>
              <a:pathLst>
                <a:path w="1442" h="2085" extrusionOk="0">
                  <a:moveTo>
                    <a:pt x="1441" y="1"/>
                  </a:moveTo>
                  <a:lnTo>
                    <a:pt x="1" y="822"/>
                  </a:lnTo>
                  <a:lnTo>
                    <a:pt x="1" y="2084"/>
                  </a:lnTo>
                  <a:lnTo>
                    <a:pt x="1441" y="1251"/>
                  </a:lnTo>
                  <a:lnTo>
                    <a:pt x="14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25"/>
            <p:cNvSpPr/>
            <p:nvPr/>
          </p:nvSpPr>
          <p:spPr>
            <a:xfrm>
              <a:off x="2539979" y="2269609"/>
              <a:ext cx="128799" cy="118997"/>
            </a:xfrm>
            <a:custGeom>
              <a:avLst/>
              <a:gdLst/>
              <a:ahLst/>
              <a:cxnLst/>
              <a:rect l="l" t="t" r="r" b="b"/>
              <a:pathLst>
                <a:path w="2823" h="2608" extrusionOk="0">
                  <a:moveTo>
                    <a:pt x="1" y="1619"/>
                  </a:moveTo>
                  <a:lnTo>
                    <a:pt x="1" y="2608"/>
                  </a:lnTo>
                  <a:lnTo>
                    <a:pt x="2822" y="976"/>
                  </a:lnTo>
                  <a:lnTo>
                    <a:pt x="2822"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25"/>
            <p:cNvSpPr/>
            <p:nvPr/>
          </p:nvSpPr>
          <p:spPr>
            <a:xfrm>
              <a:off x="2553575" y="2286993"/>
              <a:ext cx="104892" cy="86966"/>
            </a:xfrm>
            <a:custGeom>
              <a:avLst/>
              <a:gdLst/>
              <a:ahLst/>
              <a:cxnLst/>
              <a:rect l="l" t="t" r="r" b="b"/>
              <a:pathLst>
                <a:path w="2299" h="1906" extrusionOk="0">
                  <a:moveTo>
                    <a:pt x="2298" y="0"/>
                  </a:moveTo>
                  <a:lnTo>
                    <a:pt x="2024" y="155"/>
                  </a:lnTo>
                  <a:lnTo>
                    <a:pt x="2024" y="393"/>
                  </a:lnTo>
                  <a:lnTo>
                    <a:pt x="2298" y="238"/>
                  </a:lnTo>
                  <a:lnTo>
                    <a:pt x="2298" y="0"/>
                  </a:lnTo>
                  <a:close/>
                  <a:moveTo>
                    <a:pt x="1893" y="238"/>
                  </a:moveTo>
                  <a:lnTo>
                    <a:pt x="1620" y="393"/>
                  </a:lnTo>
                  <a:lnTo>
                    <a:pt x="1620" y="631"/>
                  </a:lnTo>
                  <a:lnTo>
                    <a:pt x="1893" y="476"/>
                  </a:lnTo>
                  <a:lnTo>
                    <a:pt x="1893" y="238"/>
                  </a:lnTo>
                  <a:close/>
                  <a:moveTo>
                    <a:pt x="2298" y="357"/>
                  </a:moveTo>
                  <a:lnTo>
                    <a:pt x="2024" y="500"/>
                  </a:lnTo>
                  <a:lnTo>
                    <a:pt x="2024" y="738"/>
                  </a:lnTo>
                  <a:lnTo>
                    <a:pt x="2298" y="595"/>
                  </a:lnTo>
                  <a:lnTo>
                    <a:pt x="2298" y="357"/>
                  </a:lnTo>
                  <a:close/>
                  <a:moveTo>
                    <a:pt x="1489" y="464"/>
                  </a:moveTo>
                  <a:lnTo>
                    <a:pt x="1215" y="619"/>
                  </a:lnTo>
                  <a:lnTo>
                    <a:pt x="1215" y="857"/>
                  </a:lnTo>
                  <a:lnTo>
                    <a:pt x="1489" y="703"/>
                  </a:lnTo>
                  <a:lnTo>
                    <a:pt x="1489" y="464"/>
                  </a:lnTo>
                  <a:close/>
                  <a:moveTo>
                    <a:pt x="1893" y="584"/>
                  </a:moveTo>
                  <a:lnTo>
                    <a:pt x="1620" y="738"/>
                  </a:lnTo>
                  <a:lnTo>
                    <a:pt x="1620" y="976"/>
                  </a:lnTo>
                  <a:lnTo>
                    <a:pt x="1893" y="822"/>
                  </a:lnTo>
                  <a:lnTo>
                    <a:pt x="1893" y="584"/>
                  </a:lnTo>
                  <a:close/>
                  <a:moveTo>
                    <a:pt x="1084" y="703"/>
                  </a:moveTo>
                  <a:lnTo>
                    <a:pt x="810" y="857"/>
                  </a:lnTo>
                  <a:lnTo>
                    <a:pt x="810" y="1096"/>
                  </a:lnTo>
                  <a:lnTo>
                    <a:pt x="1084" y="941"/>
                  </a:lnTo>
                  <a:lnTo>
                    <a:pt x="1084" y="703"/>
                  </a:lnTo>
                  <a:close/>
                  <a:moveTo>
                    <a:pt x="1489" y="810"/>
                  </a:moveTo>
                  <a:lnTo>
                    <a:pt x="1215" y="976"/>
                  </a:lnTo>
                  <a:lnTo>
                    <a:pt x="1215" y="1215"/>
                  </a:lnTo>
                  <a:lnTo>
                    <a:pt x="1489" y="1048"/>
                  </a:lnTo>
                  <a:lnTo>
                    <a:pt x="1489" y="810"/>
                  </a:lnTo>
                  <a:close/>
                  <a:moveTo>
                    <a:pt x="679" y="929"/>
                  </a:moveTo>
                  <a:lnTo>
                    <a:pt x="405" y="1084"/>
                  </a:lnTo>
                  <a:lnTo>
                    <a:pt x="405" y="1322"/>
                  </a:lnTo>
                  <a:lnTo>
                    <a:pt x="679" y="1167"/>
                  </a:lnTo>
                  <a:lnTo>
                    <a:pt x="679" y="929"/>
                  </a:lnTo>
                  <a:close/>
                  <a:moveTo>
                    <a:pt x="1084" y="1048"/>
                  </a:moveTo>
                  <a:lnTo>
                    <a:pt x="810" y="1203"/>
                  </a:lnTo>
                  <a:lnTo>
                    <a:pt x="810" y="1441"/>
                  </a:lnTo>
                  <a:lnTo>
                    <a:pt x="1084" y="1286"/>
                  </a:lnTo>
                  <a:lnTo>
                    <a:pt x="1084" y="1048"/>
                  </a:lnTo>
                  <a:close/>
                  <a:moveTo>
                    <a:pt x="274" y="1167"/>
                  </a:moveTo>
                  <a:lnTo>
                    <a:pt x="0" y="1310"/>
                  </a:lnTo>
                  <a:lnTo>
                    <a:pt x="0" y="1560"/>
                  </a:lnTo>
                  <a:lnTo>
                    <a:pt x="274" y="1405"/>
                  </a:lnTo>
                  <a:lnTo>
                    <a:pt x="274" y="1167"/>
                  </a:lnTo>
                  <a:close/>
                  <a:moveTo>
                    <a:pt x="679" y="1274"/>
                  </a:moveTo>
                  <a:lnTo>
                    <a:pt x="405" y="1441"/>
                  </a:lnTo>
                  <a:lnTo>
                    <a:pt x="405" y="1679"/>
                  </a:lnTo>
                  <a:lnTo>
                    <a:pt x="679" y="1512"/>
                  </a:lnTo>
                  <a:lnTo>
                    <a:pt x="679" y="1274"/>
                  </a:lnTo>
                  <a:close/>
                  <a:moveTo>
                    <a:pt x="274" y="1512"/>
                  </a:moveTo>
                  <a:lnTo>
                    <a:pt x="0" y="1667"/>
                  </a:lnTo>
                  <a:lnTo>
                    <a:pt x="0" y="1905"/>
                  </a:lnTo>
                  <a:lnTo>
                    <a:pt x="274" y="1750"/>
                  </a:lnTo>
                  <a:lnTo>
                    <a:pt x="274" y="151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4" name="Google Shape;1514;p25"/>
            <p:cNvSpPr/>
            <p:nvPr/>
          </p:nvSpPr>
          <p:spPr>
            <a:xfrm>
              <a:off x="2467751" y="2377289"/>
              <a:ext cx="36409" cy="42160"/>
            </a:xfrm>
            <a:custGeom>
              <a:avLst/>
              <a:gdLst/>
              <a:ahLst/>
              <a:cxnLst/>
              <a:rect l="l" t="t" r="r" b="b"/>
              <a:pathLst>
                <a:path w="798" h="924" extrusionOk="0">
                  <a:moveTo>
                    <a:pt x="750" y="0"/>
                  </a:moveTo>
                  <a:cubicBezTo>
                    <a:pt x="739" y="0"/>
                    <a:pt x="727" y="3"/>
                    <a:pt x="715" y="9"/>
                  </a:cubicBezTo>
                  <a:cubicBezTo>
                    <a:pt x="667" y="33"/>
                    <a:pt x="643" y="81"/>
                    <a:pt x="643" y="140"/>
                  </a:cubicBezTo>
                  <a:cubicBezTo>
                    <a:pt x="643" y="175"/>
                    <a:pt x="662" y="197"/>
                    <a:pt x="686" y="197"/>
                  </a:cubicBezTo>
                  <a:cubicBezTo>
                    <a:pt x="695" y="197"/>
                    <a:pt x="705" y="194"/>
                    <a:pt x="715" y="188"/>
                  </a:cubicBezTo>
                  <a:cubicBezTo>
                    <a:pt x="762" y="152"/>
                    <a:pt x="786" y="105"/>
                    <a:pt x="798" y="57"/>
                  </a:cubicBezTo>
                  <a:cubicBezTo>
                    <a:pt x="798" y="22"/>
                    <a:pt x="779" y="0"/>
                    <a:pt x="750" y="0"/>
                  </a:cubicBezTo>
                  <a:close/>
                  <a:moveTo>
                    <a:pt x="433" y="179"/>
                  </a:moveTo>
                  <a:cubicBezTo>
                    <a:pt x="424" y="179"/>
                    <a:pt x="415" y="182"/>
                    <a:pt x="405" y="188"/>
                  </a:cubicBezTo>
                  <a:cubicBezTo>
                    <a:pt x="357" y="224"/>
                    <a:pt x="334" y="271"/>
                    <a:pt x="322" y="319"/>
                  </a:cubicBezTo>
                  <a:cubicBezTo>
                    <a:pt x="322" y="354"/>
                    <a:pt x="341" y="376"/>
                    <a:pt x="370" y="376"/>
                  </a:cubicBezTo>
                  <a:cubicBezTo>
                    <a:pt x="380" y="376"/>
                    <a:pt x="392" y="373"/>
                    <a:pt x="405" y="367"/>
                  </a:cubicBezTo>
                  <a:cubicBezTo>
                    <a:pt x="441" y="331"/>
                    <a:pt x="476" y="283"/>
                    <a:pt x="476" y="236"/>
                  </a:cubicBezTo>
                  <a:cubicBezTo>
                    <a:pt x="476" y="201"/>
                    <a:pt x="457" y="179"/>
                    <a:pt x="433" y="179"/>
                  </a:cubicBezTo>
                  <a:close/>
                  <a:moveTo>
                    <a:pt x="757" y="355"/>
                  </a:moveTo>
                  <a:cubicBezTo>
                    <a:pt x="745" y="355"/>
                    <a:pt x="730" y="359"/>
                    <a:pt x="715" y="367"/>
                  </a:cubicBezTo>
                  <a:cubicBezTo>
                    <a:pt x="667" y="390"/>
                    <a:pt x="643" y="438"/>
                    <a:pt x="643" y="486"/>
                  </a:cubicBezTo>
                  <a:cubicBezTo>
                    <a:pt x="643" y="526"/>
                    <a:pt x="660" y="545"/>
                    <a:pt x="682" y="545"/>
                  </a:cubicBezTo>
                  <a:cubicBezTo>
                    <a:pt x="692" y="545"/>
                    <a:pt x="703" y="541"/>
                    <a:pt x="715" y="533"/>
                  </a:cubicBezTo>
                  <a:cubicBezTo>
                    <a:pt x="762" y="510"/>
                    <a:pt x="786" y="462"/>
                    <a:pt x="798" y="402"/>
                  </a:cubicBezTo>
                  <a:cubicBezTo>
                    <a:pt x="798" y="371"/>
                    <a:pt x="782" y="355"/>
                    <a:pt x="757" y="355"/>
                  </a:cubicBezTo>
                  <a:close/>
                  <a:moveTo>
                    <a:pt x="105" y="369"/>
                  </a:moveTo>
                  <a:cubicBezTo>
                    <a:pt x="95" y="369"/>
                    <a:pt x="84" y="372"/>
                    <a:pt x="72" y="379"/>
                  </a:cubicBezTo>
                  <a:cubicBezTo>
                    <a:pt x="24" y="414"/>
                    <a:pt x="0" y="462"/>
                    <a:pt x="0" y="510"/>
                  </a:cubicBezTo>
                  <a:cubicBezTo>
                    <a:pt x="0" y="544"/>
                    <a:pt x="19" y="567"/>
                    <a:pt x="44" y="567"/>
                  </a:cubicBezTo>
                  <a:cubicBezTo>
                    <a:pt x="52" y="567"/>
                    <a:pt x="62" y="564"/>
                    <a:pt x="72" y="557"/>
                  </a:cubicBezTo>
                  <a:cubicBezTo>
                    <a:pt x="119" y="533"/>
                    <a:pt x="143" y="474"/>
                    <a:pt x="143" y="426"/>
                  </a:cubicBezTo>
                  <a:cubicBezTo>
                    <a:pt x="143" y="391"/>
                    <a:pt x="130" y="369"/>
                    <a:pt x="105" y="369"/>
                  </a:cubicBezTo>
                  <a:close/>
                  <a:moveTo>
                    <a:pt x="433" y="536"/>
                  </a:moveTo>
                  <a:cubicBezTo>
                    <a:pt x="424" y="536"/>
                    <a:pt x="415" y="539"/>
                    <a:pt x="405" y="545"/>
                  </a:cubicBezTo>
                  <a:cubicBezTo>
                    <a:pt x="357" y="569"/>
                    <a:pt x="334" y="617"/>
                    <a:pt x="322" y="676"/>
                  </a:cubicBezTo>
                  <a:cubicBezTo>
                    <a:pt x="322" y="711"/>
                    <a:pt x="341" y="733"/>
                    <a:pt x="370" y="733"/>
                  </a:cubicBezTo>
                  <a:cubicBezTo>
                    <a:pt x="380" y="733"/>
                    <a:pt x="392" y="730"/>
                    <a:pt x="405" y="724"/>
                  </a:cubicBezTo>
                  <a:cubicBezTo>
                    <a:pt x="441" y="688"/>
                    <a:pt x="476" y="641"/>
                    <a:pt x="476" y="593"/>
                  </a:cubicBezTo>
                  <a:cubicBezTo>
                    <a:pt x="476" y="558"/>
                    <a:pt x="457" y="536"/>
                    <a:pt x="433" y="536"/>
                  </a:cubicBezTo>
                  <a:close/>
                  <a:moveTo>
                    <a:pt x="105" y="726"/>
                  </a:moveTo>
                  <a:cubicBezTo>
                    <a:pt x="95" y="726"/>
                    <a:pt x="84" y="729"/>
                    <a:pt x="72" y="736"/>
                  </a:cubicBezTo>
                  <a:cubicBezTo>
                    <a:pt x="24" y="760"/>
                    <a:pt x="0" y="807"/>
                    <a:pt x="0" y="867"/>
                  </a:cubicBezTo>
                  <a:cubicBezTo>
                    <a:pt x="0" y="902"/>
                    <a:pt x="19" y="924"/>
                    <a:pt x="44" y="924"/>
                  </a:cubicBezTo>
                  <a:cubicBezTo>
                    <a:pt x="52" y="924"/>
                    <a:pt x="62" y="921"/>
                    <a:pt x="72" y="914"/>
                  </a:cubicBezTo>
                  <a:cubicBezTo>
                    <a:pt x="119" y="879"/>
                    <a:pt x="143" y="831"/>
                    <a:pt x="143" y="783"/>
                  </a:cubicBezTo>
                  <a:cubicBezTo>
                    <a:pt x="143" y="749"/>
                    <a:pt x="130" y="726"/>
                    <a:pt x="105" y="72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5" name="Google Shape;1515;p25"/>
            <p:cNvSpPr/>
            <p:nvPr/>
          </p:nvSpPr>
          <p:spPr>
            <a:xfrm>
              <a:off x="2168390" y="2213077"/>
              <a:ext cx="512871" cy="318936"/>
            </a:xfrm>
            <a:custGeom>
              <a:avLst/>
              <a:gdLst/>
              <a:ahLst/>
              <a:cxnLst/>
              <a:rect l="l" t="t" r="r" b="b"/>
              <a:pathLst>
                <a:path w="11241" h="6990" extrusionOk="0">
                  <a:moveTo>
                    <a:pt x="11240" y="501"/>
                  </a:moveTo>
                  <a:lnTo>
                    <a:pt x="10371" y="1"/>
                  </a:lnTo>
                  <a:lnTo>
                    <a:pt x="1" y="5990"/>
                  </a:lnTo>
                  <a:lnTo>
                    <a:pt x="1" y="6990"/>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6" name="Google Shape;1516;p25"/>
            <p:cNvSpPr/>
            <p:nvPr/>
          </p:nvSpPr>
          <p:spPr>
            <a:xfrm>
              <a:off x="2168390" y="2099009"/>
              <a:ext cx="512871" cy="387377"/>
            </a:xfrm>
            <a:custGeom>
              <a:avLst/>
              <a:gdLst/>
              <a:ahLst/>
              <a:cxnLst/>
              <a:rect l="l" t="t" r="r" b="b"/>
              <a:pathLst>
                <a:path w="11241" h="8490" extrusionOk="0">
                  <a:moveTo>
                    <a:pt x="1" y="6489"/>
                  </a:moveTo>
                  <a:lnTo>
                    <a:pt x="1" y="8490"/>
                  </a:lnTo>
                  <a:lnTo>
                    <a:pt x="11240" y="2001"/>
                  </a:lnTo>
                  <a:lnTo>
                    <a:pt x="11240"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25"/>
            <p:cNvSpPr/>
            <p:nvPr/>
          </p:nvSpPr>
          <p:spPr>
            <a:xfrm>
              <a:off x="2200466" y="2273396"/>
              <a:ext cx="221646" cy="169004"/>
            </a:xfrm>
            <a:custGeom>
              <a:avLst/>
              <a:gdLst/>
              <a:ahLst/>
              <a:cxnLst/>
              <a:rect l="l" t="t" r="r" b="b"/>
              <a:pathLst>
                <a:path w="4858" h="3704" extrusionOk="0">
                  <a:moveTo>
                    <a:pt x="0" y="2798"/>
                  </a:moveTo>
                  <a:lnTo>
                    <a:pt x="0" y="3703"/>
                  </a:lnTo>
                  <a:lnTo>
                    <a:pt x="4858" y="905"/>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8" name="Google Shape;1518;p25"/>
            <p:cNvSpPr/>
            <p:nvPr/>
          </p:nvSpPr>
          <p:spPr>
            <a:xfrm>
              <a:off x="2453059" y="2210932"/>
              <a:ext cx="65791" cy="95635"/>
            </a:xfrm>
            <a:custGeom>
              <a:avLst/>
              <a:gdLst/>
              <a:ahLst/>
              <a:cxnLst/>
              <a:rect l="l" t="t" r="r" b="b"/>
              <a:pathLst>
                <a:path w="1442" h="2096" extrusionOk="0">
                  <a:moveTo>
                    <a:pt x="1441" y="0"/>
                  </a:moveTo>
                  <a:lnTo>
                    <a:pt x="1" y="834"/>
                  </a:lnTo>
                  <a:lnTo>
                    <a:pt x="1" y="2096"/>
                  </a:lnTo>
                  <a:lnTo>
                    <a:pt x="1441" y="1262"/>
                  </a:lnTo>
                  <a:lnTo>
                    <a:pt x="14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9" name="Google Shape;1519;p25"/>
            <p:cNvSpPr/>
            <p:nvPr/>
          </p:nvSpPr>
          <p:spPr>
            <a:xfrm>
              <a:off x="2539979" y="2132682"/>
              <a:ext cx="128799" cy="119042"/>
            </a:xfrm>
            <a:custGeom>
              <a:avLst/>
              <a:gdLst/>
              <a:ahLst/>
              <a:cxnLst/>
              <a:rect l="l" t="t" r="r" b="b"/>
              <a:pathLst>
                <a:path w="2823" h="2609" extrusionOk="0">
                  <a:moveTo>
                    <a:pt x="1" y="1632"/>
                  </a:moveTo>
                  <a:lnTo>
                    <a:pt x="1" y="2608"/>
                  </a:lnTo>
                  <a:lnTo>
                    <a:pt x="2822" y="977"/>
                  </a:lnTo>
                  <a:lnTo>
                    <a:pt x="2822"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25"/>
            <p:cNvSpPr/>
            <p:nvPr/>
          </p:nvSpPr>
          <p:spPr>
            <a:xfrm>
              <a:off x="2553575" y="2150066"/>
              <a:ext cx="104892" cy="86966"/>
            </a:xfrm>
            <a:custGeom>
              <a:avLst/>
              <a:gdLst/>
              <a:ahLst/>
              <a:cxnLst/>
              <a:rect l="l" t="t" r="r" b="b"/>
              <a:pathLst>
                <a:path w="2299" h="1906" extrusionOk="0">
                  <a:moveTo>
                    <a:pt x="2298" y="1"/>
                  </a:moveTo>
                  <a:lnTo>
                    <a:pt x="2024" y="156"/>
                  </a:lnTo>
                  <a:lnTo>
                    <a:pt x="2024" y="394"/>
                  </a:lnTo>
                  <a:lnTo>
                    <a:pt x="2298" y="239"/>
                  </a:lnTo>
                  <a:lnTo>
                    <a:pt x="2298" y="1"/>
                  </a:lnTo>
                  <a:close/>
                  <a:moveTo>
                    <a:pt x="1893" y="239"/>
                  </a:moveTo>
                  <a:lnTo>
                    <a:pt x="1620" y="394"/>
                  </a:lnTo>
                  <a:lnTo>
                    <a:pt x="1620" y="632"/>
                  </a:lnTo>
                  <a:lnTo>
                    <a:pt x="1893" y="477"/>
                  </a:lnTo>
                  <a:lnTo>
                    <a:pt x="1893" y="239"/>
                  </a:lnTo>
                  <a:close/>
                  <a:moveTo>
                    <a:pt x="2298" y="346"/>
                  </a:moveTo>
                  <a:lnTo>
                    <a:pt x="2024" y="501"/>
                  </a:lnTo>
                  <a:lnTo>
                    <a:pt x="2024" y="739"/>
                  </a:lnTo>
                  <a:lnTo>
                    <a:pt x="2298" y="584"/>
                  </a:lnTo>
                  <a:lnTo>
                    <a:pt x="2298" y="346"/>
                  </a:lnTo>
                  <a:close/>
                  <a:moveTo>
                    <a:pt x="1489" y="465"/>
                  </a:moveTo>
                  <a:lnTo>
                    <a:pt x="1215" y="620"/>
                  </a:lnTo>
                  <a:lnTo>
                    <a:pt x="1215" y="858"/>
                  </a:lnTo>
                  <a:lnTo>
                    <a:pt x="1489" y="703"/>
                  </a:lnTo>
                  <a:lnTo>
                    <a:pt x="1489" y="465"/>
                  </a:lnTo>
                  <a:close/>
                  <a:moveTo>
                    <a:pt x="1893" y="596"/>
                  </a:moveTo>
                  <a:lnTo>
                    <a:pt x="1620" y="739"/>
                  </a:lnTo>
                  <a:lnTo>
                    <a:pt x="1620" y="977"/>
                  </a:lnTo>
                  <a:lnTo>
                    <a:pt x="1893" y="822"/>
                  </a:lnTo>
                  <a:lnTo>
                    <a:pt x="1893" y="596"/>
                  </a:lnTo>
                  <a:close/>
                  <a:moveTo>
                    <a:pt x="1084" y="691"/>
                  </a:moveTo>
                  <a:lnTo>
                    <a:pt x="810" y="858"/>
                  </a:lnTo>
                  <a:lnTo>
                    <a:pt x="810" y="1096"/>
                  </a:lnTo>
                  <a:lnTo>
                    <a:pt x="1084" y="929"/>
                  </a:lnTo>
                  <a:lnTo>
                    <a:pt x="1084" y="691"/>
                  </a:lnTo>
                  <a:close/>
                  <a:moveTo>
                    <a:pt x="1489" y="822"/>
                  </a:moveTo>
                  <a:lnTo>
                    <a:pt x="1215" y="965"/>
                  </a:lnTo>
                  <a:lnTo>
                    <a:pt x="1215" y="1203"/>
                  </a:lnTo>
                  <a:lnTo>
                    <a:pt x="1489" y="1060"/>
                  </a:lnTo>
                  <a:lnTo>
                    <a:pt x="1489" y="822"/>
                  </a:lnTo>
                  <a:close/>
                  <a:moveTo>
                    <a:pt x="679" y="929"/>
                  </a:moveTo>
                  <a:lnTo>
                    <a:pt x="405" y="1084"/>
                  </a:lnTo>
                  <a:lnTo>
                    <a:pt x="405" y="1322"/>
                  </a:lnTo>
                  <a:lnTo>
                    <a:pt x="679" y="1168"/>
                  </a:lnTo>
                  <a:lnTo>
                    <a:pt x="679" y="929"/>
                  </a:lnTo>
                  <a:close/>
                  <a:moveTo>
                    <a:pt x="1084" y="1049"/>
                  </a:moveTo>
                  <a:lnTo>
                    <a:pt x="810" y="1203"/>
                  </a:lnTo>
                  <a:lnTo>
                    <a:pt x="810" y="1441"/>
                  </a:lnTo>
                  <a:lnTo>
                    <a:pt x="1084" y="1287"/>
                  </a:lnTo>
                  <a:lnTo>
                    <a:pt x="1084" y="1049"/>
                  </a:lnTo>
                  <a:close/>
                  <a:moveTo>
                    <a:pt x="274" y="1156"/>
                  </a:moveTo>
                  <a:lnTo>
                    <a:pt x="0" y="1322"/>
                  </a:lnTo>
                  <a:lnTo>
                    <a:pt x="0" y="1561"/>
                  </a:lnTo>
                  <a:lnTo>
                    <a:pt x="274" y="1394"/>
                  </a:lnTo>
                  <a:lnTo>
                    <a:pt x="274" y="1156"/>
                  </a:lnTo>
                  <a:close/>
                  <a:moveTo>
                    <a:pt x="679" y="1275"/>
                  </a:moveTo>
                  <a:lnTo>
                    <a:pt x="405" y="1430"/>
                  </a:lnTo>
                  <a:lnTo>
                    <a:pt x="405" y="1668"/>
                  </a:lnTo>
                  <a:lnTo>
                    <a:pt x="679" y="1513"/>
                  </a:lnTo>
                  <a:lnTo>
                    <a:pt x="679" y="1275"/>
                  </a:lnTo>
                  <a:close/>
                  <a:moveTo>
                    <a:pt x="274" y="1513"/>
                  </a:moveTo>
                  <a:lnTo>
                    <a:pt x="0" y="1668"/>
                  </a:lnTo>
                  <a:lnTo>
                    <a:pt x="0" y="1906"/>
                  </a:lnTo>
                  <a:lnTo>
                    <a:pt x="274" y="1751"/>
                  </a:lnTo>
                  <a:lnTo>
                    <a:pt x="274" y="151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1" name="Google Shape;1521;p25"/>
            <p:cNvSpPr/>
            <p:nvPr/>
          </p:nvSpPr>
          <p:spPr>
            <a:xfrm>
              <a:off x="2467751" y="2240362"/>
              <a:ext cx="36409" cy="42205"/>
            </a:xfrm>
            <a:custGeom>
              <a:avLst/>
              <a:gdLst/>
              <a:ahLst/>
              <a:cxnLst/>
              <a:rect l="l" t="t" r="r" b="b"/>
              <a:pathLst>
                <a:path w="798" h="925" extrusionOk="0">
                  <a:moveTo>
                    <a:pt x="750" y="1"/>
                  </a:moveTo>
                  <a:cubicBezTo>
                    <a:pt x="739" y="1"/>
                    <a:pt x="727" y="4"/>
                    <a:pt x="715" y="10"/>
                  </a:cubicBezTo>
                  <a:cubicBezTo>
                    <a:pt x="667" y="46"/>
                    <a:pt x="643" y="93"/>
                    <a:pt x="643" y="141"/>
                  </a:cubicBezTo>
                  <a:cubicBezTo>
                    <a:pt x="643" y="176"/>
                    <a:pt x="662" y="198"/>
                    <a:pt x="686" y="198"/>
                  </a:cubicBezTo>
                  <a:cubicBezTo>
                    <a:pt x="695" y="198"/>
                    <a:pt x="705" y="195"/>
                    <a:pt x="715" y="189"/>
                  </a:cubicBezTo>
                  <a:cubicBezTo>
                    <a:pt x="762" y="165"/>
                    <a:pt x="786" y="117"/>
                    <a:pt x="798" y="58"/>
                  </a:cubicBezTo>
                  <a:cubicBezTo>
                    <a:pt x="798" y="23"/>
                    <a:pt x="779" y="1"/>
                    <a:pt x="750" y="1"/>
                  </a:cubicBezTo>
                  <a:close/>
                  <a:moveTo>
                    <a:pt x="433" y="191"/>
                  </a:moveTo>
                  <a:cubicBezTo>
                    <a:pt x="424" y="191"/>
                    <a:pt x="415" y="194"/>
                    <a:pt x="405" y="201"/>
                  </a:cubicBezTo>
                  <a:cubicBezTo>
                    <a:pt x="357" y="224"/>
                    <a:pt x="334" y="272"/>
                    <a:pt x="322" y="332"/>
                  </a:cubicBezTo>
                  <a:cubicBezTo>
                    <a:pt x="322" y="363"/>
                    <a:pt x="337" y="379"/>
                    <a:pt x="362" y="379"/>
                  </a:cubicBezTo>
                  <a:cubicBezTo>
                    <a:pt x="375" y="379"/>
                    <a:pt x="389" y="375"/>
                    <a:pt x="405" y="367"/>
                  </a:cubicBezTo>
                  <a:cubicBezTo>
                    <a:pt x="441" y="344"/>
                    <a:pt x="476" y="296"/>
                    <a:pt x="476" y="248"/>
                  </a:cubicBezTo>
                  <a:cubicBezTo>
                    <a:pt x="476" y="213"/>
                    <a:pt x="457" y="191"/>
                    <a:pt x="433" y="191"/>
                  </a:cubicBezTo>
                  <a:close/>
                  <a:moveTo>
                    <a:pt x="750" y="358"/>
                  </a:moveTo>
                  <a:cubicBezTo>
                    <a:pt x="739" y="358"/>
                    <a:pt x="727" y="361"/>
                    <a:pt x="715" y="367"/>
                  </a:cubicBezTo>
                  <a:cubicBezTo>
                    <a:pt x="667" y="391"/>
                    <a:pt x="643" y="439"/>
                    <a:pt x="643" y="498"/>
                  </a:cubicBezTo>
                  <a:cubicBezTo>
                    <a:pt x="643" y="533"/>
                    <a:pt x="662" y="555"/>
                    <a:pt x="686" y="555"/>
                  </a:cubicBezTo>
                  <a:cubicBezTo>
                    <a:pt x="695" y="555"/>
                    <a:pt x="705" y="552"/>
                    <a:pt x="715" y="546"/>
                  </a:cubicBezTo>
                  <a:cubicBezTo>
                    <a:pt x="762" y="510"/>
                    <a:pt x="786" y="463"/>
                    <a:pt x="798" y="415"/>
                  </a:cubicBezTo>
                  <a:cubicBezTo>
                    <a:pt x="798" y="380"/>
                    <a:pt x="779" y="358"/>
                    <a:pt x="750" y="358"/>
                  </a:cubicBezTo>
                  <a:close/>
                  <a:moveTo>
                    <a:pt x="105" y="382"/>
                  </a:moveTo>
                  <a:cubicBezTo>
                    <a:pt x="95" y="382"/>
                    <a:pt x="84" y="385"/>
                    <a:pt x="72" y="391"/>
                  </a:cubicBezTo>
                  <a:cubicBezTo>
                    <a:pt x="24" y="415"/>
                    <a:pt x="0" y="463"/>
                    <a:pt x="0" y="522"/>
                  </a:cubicBezTo>
                  <a:cubicBezTo>
                    <a:pt x="0" y="548"/>
                    <a:pt x="19" y="567"/>
                    <a:pt x="42" y="567"/>
                  </a:cubicBezTo>
                  <a:cubicBezTo>
                    <a:pt x="52" y="567"/>
                    <a:pt x="62" y="564"/>
                    <a:pt x="72" y="558"/>
                  </a:cubicBezTo>
                  <a:cubicBezTo>
                    <a:pt x="119" y="534"/>
                    <a:pt x="143" y="486"/>
                    <a:pt x="143" y="439"/>
                  </a:cubicBezTo>
                  <a:cubicBezTo>
                    <a:pt x="143" y="404"/>
                    <a:pt x="130" y="382"/>
                    <a:pt x="105" y="382"/>
                  </a:cubicBezTo>
                  <a:close/>
                  <a:moveTo>
                    <a:pt x="430" y="542"/>
                  </a:moveTo>
                  <a:cubicBezTo>
                    <a:pt x="422" y="542"/>
                    <a:pt x="413" y="543"/>
                    <a:pt x="405" y="546"/>
                  </a:cubicBezTo>
                  <a:cubicBezTo>
                    <a:pt x="357" y="582"/>
                    <a:pt x="334" y="629"/>
                    <a:pt x="322" y="677"/>
                  </a:cubicBezTo>
                  <a:cubicBezTo>
                    <a:pt x="322" y="712"/>
                    <a:pt x="341" y="734"/>
                    <a:pt x="370" y="734"/>
                  </a:cubicBezTo>
                  <a:cubicBezTo>
                    <a:pt x="380" y="734"/>
                    <a:pt x="392" y="731"/>
                    <a:pt x="405" y="725"/>
                  </a:cubicBezTo>
                  <a:cubicBezTo>
                    <a:pt x="441" y="701"/>
                    <a:pt x="476" y="653"/>
                    <a:pt x="476" y="594"/>
                  </a:cubicBezTo>
                  <a:cubicBezTo>
                    <a:pt x="476" y="557"/>
                    <a:pt x="456" y="542"/>
                    <a:pt x="430" y="542"/>
                  </a:cubicBezTo>
                  <a:close/>
                  <a:moveTo>
                    <a:pt x="101" y="732"/>
                  </a:moveTo>
                  <a:cubicBezTo>
                    <a:pt x="93" y="732"/>
                    <a:pt x="83" y="734"/>
                    <a:pt x="72" y="736"/>
                  </a:cubicBezTo>
                  <a:cubicBezTo>
                    <a:pt x="24" y="772"/>
                    <a:pt x="0" y="820"/>
                    <a:pt x="0" y="867"/>
                  </a:cubicBezTo>
                  <a:cubicBezTo>
                    <a:pt x="0" y="902"/>
                    <a:pt x="19" y="924"/>
                    <a:pt x="44" y="924"/>
                  </a:cubicBezTo>
                  <a:cubicBezTo>
                    <a:pt x="52" y="924"/>
                    <a:pt x="62" y="921"/>
                    <a:pt x="72" y="915"/>
                  </a:cubicBezTo>
                  <a:cubicBezTo>
                    <a:pt x="119" y="891"/>
                    <a:pt x="143" y="844"/>
                    <a:pt x="143" y="784"/>
                  </a:cubicBezTo>
                  <a:cubicBezTo>
                    <a:pt x="143" y="748"/>
                    <a:pt x="129" y="732"/>
                    <a:pt x="101" y="73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2" name="Google Shape;1522;p25"/>
            <p:cNvSpPr/>
            <p:nvPr/>
          </p:nvSpPr>
          <p:spPr>
            <a:xfrm>
              <a:off x="2168390" y="2076743"/>
              <a:ext cx="512871" cy="318389"/>
            </a:xfrm>
            <a:custGeom>
              <a:avLst/>
              <a:gdLst/>
              <a:ahLst/>
              <a:cxnLst/>
              <a:rect l="l" t="t" r="r" b="b"/>
              <a:pathLst>
                <a:path w="11241" h="6978" extrusionOk="0">
                  <a:moveTo>
                    <a:pt x="11240" y="489"/>
                  </a:moveTo>
                  <a:lnTo>
                    <a:pt x="10371" y="0"/>
                  </a:lnTo>
                  <a:lnTo>
                    <a:pt x="1" y="5989"/>
                  </a:lnTo>
                  <a:lnTo>
                    <a:pt x="1" y="6977"/>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3" name="Google Shape;1523;p25"/>
            <p:cNvSpPr/>
            <p:nvPr/>
          </p:nvSpPr>
          <p:spPr>
            <a:xfrm>
              <a:off x="2168390" y="1962675"/>
              <a:ext cx="512871" cy="386830"/>
            </a:xfrm>
            <a:custGeom>
              <a:avLst/>
              <a:gdLst/>
              <a:ahLst/>
              <a:cxnLst/>
              <a:rect l="l" t="t" r="r" b="b"/>
              <a:pathLst>
                <a:path w="11241" h="8478" extrusionOk="0">
                  <a:moveTo>
                    <a:pt x="1" y="6489"/>
                  </a:moveTo>
                  <a:lnTo>
                    <a:pt x="1" y="8477"/>
                  </a:lnTo>
                  <a:lnTo>
                    <a:pt x="11240" y="1988"/>
                  </a:lnTo>
                  <a:lnTo>
                    <a:pt x="11240"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4" name="Google Shape;1524;p25"/>
            <p:cNvSpPr/>
            <p:nvPr/>
          </p:nvSpPr>
          <p:spPr>
            <a:xfrm>
              <a:off x="2200466" y="2137062"/>
              <a:ext cx="221646" cy="168959"/>
            </a:xfrm>
            <a:custGeom>
              <a:avLst/>
              <a:gdLst/>
              <a:ahLst/>
              <a:cxnLst/>
              <a:rect l="l" t="t" r="r" b="b"/>
              <a:pathLst>
                <a:path w="4858" h="3703" extrusionOk="0">
                  <a:moveTo>
                    <a:pt x="0" y="2798"/>
                  </a:moveTo>
                  <a:lnTo>
                    <a:pt x="0" y="3703"/>
                  </a:lnTo>
                  <a:lnTo>
                    <a:pt x="4858" y="905"/>
                  </a:lnTo>
                  <a:lnTo>
                    <a:pt x="4858" y="0"/>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5" name="Google Shape;1525;p25"/>
            <p:cNvSpPr/>
            <p:nvPr/>
          </p:nvSpPr>
          <p:spPr>
            <a:xfrm>
              <a:off x="2453059" y="2074553"/>
              <a:ext cx="65791" cy="95133"/>
            </a:xfrm>
            <a:custGeom>
              <a:avLst/>
              <a:gdLst/>
              <a:ahLst/>
              <a:cxnLst/>
              <a:rect l="l" t="t" r="r" b="b"/>
              <a:pathLst>
                <a:path w="1442" h="2085" extrusionOk="0">
                  <a:moveTo>
                    <a:pt x="1441" y="1"/>
                  </a:moveTo>
                  <a:lnTo>
                    <a:pt x="1" y="822"/>
                  </a:lnTo>
                  <a:lnTo>
                    <a:pt x="1" y="2084"/>
                  </a:lnTo>
                  <a:lnTo>
                    <a:pt x="1441" y="1251"/>
                  </a:lnTo>
                  <a:lnTo>
                    <a:pt x="14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6" name="Google Shape;1526;p25"/>
            <p:cNvSpPr/>
            <p:nvPr/>
          </p:nvSpPr>
          <p:spPr>
            <a:xfrm>
              <a:off x="2539979" y="1996348"/>
              <a:ext cx="128799" cy="118997"/>
            </a:xfrm>
            <a:custGeom>
              <a:avLst/>
              <a:gdLst/>
              <a:ahLst/>
              <a:cxnLst/>
              <a:rect l="l" t="t" r="r" b="b"/>
              <a:pathLst>
                <a:path w="2823" h="2608" extrusionOk="0">
                  <a:moveTo>
                    <a:pt x="1" y="1620"/>
                  </a:moveTo>
                  <a:lnTo>
                    <a:pt x="1" y="2608"/>
                  </a:lnTo>
                  <a:lnTo>
                    <a:pt x="2822" y="977"/>
                  </a:lnTo>
                  <a:lnTo>
                    <a:pt x="2822"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7" name="Google Shape;1527;p25"/>
            <p:cNvSpPr/>
            <p:nvPr/>
          </p:nvSpPr>
          <p:spPr>
            <a:xfrm>
              <a:off x="2553575" y="2013732"/>
              <a:ext cx="104892" cy="86966"/>
            </a:xfrm>
            <a:custGeom>
              <a:avLst/>
              <a:gdLst/>
              <a:ahLst/>
              <a:cxnLst/>
              <a:rect l="l" t="t" r="r" b="b"/>
              <a:pathLst>
                <a:path w="2299" h="1906" extrusionOk="0">
                  <a:moveTo>
                    <a:pt x="2298" y="0"/>
                  </a:moveTo>
                  <a:lnTo>
                    <a:pt x="2024" y="155"/>
                  </a:lnTo>
                  <a:lnTo>
                    <a:pt x="2024" y="393"/>
                  </a:lnTo>
                  <a:lnTo>
                    <a:pt x="2298" y="238"/>
                  </a:lnTo>
                  <a:lnTo>
                    <a:pt x="2298" y="0"/>
                  </a:lnTo>
                  <a:close/>
                  <a:moveTo>
                    <a:pt x="1893" y="238"/>
                  </a:moveTo>
                  <a:lnTo>
                    <a:pt x="1620" y="381"/>
                  </a:lnTo>
                  <a:lnTo>
                    <a:pt x="1620" y="619"/>
                  </a:lnTo>
                  <a:lnTo>
                    <a:pt x="1893" y="477"/>
                  </a:lnTo>
                  <a:lnTo>
                    <a:pt x="1893" y="238"/>
                  </a:lnTo>
                  <a:close/>
                  <a:moveTo>
                    <a:pt x="2298" y="346"/>
                  </a:moveTo>
                  <a:lnTo>
                    <a:pt x="2024" y="500"/>
                  </a:lnTo>
                  <a:lnTo>
                    <a:pt x="2024" y="739"/>
                  </a:lnTo>
                  <a:lnTo>
                    <a:pt x="2298" y="584"/>
                  </a:lnTo>
                  <a:lnTo>
                    <a:pt x="2298" y="346"/>
                  </a:lnTo>
                  <a:close/>
                  <a:moveTo>
                    <a:pt x="1489" y="453"/>
                  </a:moveTo>
                  <a:lnTo>
                    <a:pt x="1215" y="619"/>
                  </a:lnTo>
                  <a:lnTo>
                    <a:pt x="1215" y="858"/>
                  </a:lnTo>
                  <a:lnTo>
                    <a:pt x="1489" y="703"/>
                  </a:lnTo>
                  <a:lnTo>
                    <a:pt x="1489" y="453"/>
                  </a:lnTo>
                  <a:close/>
                  <a:moveTo>
                    <a:pt x="1893" y="596"/>
                  </a:moveTo>
                  <a:lnTo>
                    <a:pt x="1620" y="739"/>
                  </a:lnTo>
                  <a:lnTo>
                    <a:pt x="1620" y="977"/>
                  </a:lnTo>
                  <a:lnTo>
                    <a:pt x="1893" y="834"/>
                  </a:lnTo>
                  <a:lnTo>
                    <a:pt x="1893" y="596"/>
                  </a:lnTo>
                  <a:close/>
                  <a:moveTo>
                    <a:pt x="1084" y="691"/>
                  </a:moveTo>
                  <a:lnTo>
                    <a:pt x="810" y="846"/>
                  </a:lnTo>
                  <a:lnTo>
                    <a:pt x="810" y="1084"/>
                  </a:lnTo>
                  <a:lnTo>
                    <a:pt x="1084" y="929"/>
                  </a:lnTo>
                  <a:lnTo>
                    <a:pt x="1084" y="691"/>
                  </a:lnTo>
                  <a:close/>
                  <a:moveTo>
                    <a:pt x="1489" y="798"/>
                  </a:moveTo>
                  <a:lnTo>
                    <a:pt x="1215" y="977"/>
                  </a:lnTo>
                  <a:lnTo>
                    <a:pt x="1215" y="1203"/>
                  </a:lnTo>
                  <a:lnTo>
                    <a:pt x="1489" y="1036"/>
                  </a:lnTo>
                  <a:lnTo>
                    <a:pt x="1489" y="798"/>
                  </a:lnTo>
                  <a:close/>
                  <a:moveTo>
                    <a:pt x="679" y="917"/>
                  </a:moveTo>
                  <a:lnTo>
                    <a:pt x="405" y="1084"/>
                  </a:lnTo>
                  <a:lnTo>
                    <a:pt x="405" y="1322"/>
                  </a:lnTo>
                  <a:lnTo>
                    <a:pt x="679" y="1155"/>
                  </a:lnTo>
                  <a:lnTo>
                    <a:pt x="679" y="917"/>
                  </a:lnTo>
                  <a:close/>
                  <a:moveTo>
                    <a:pt x="1084" y="1048"/>
                  </a:moveTo>
                  <a:lnTo>
                    <a:pt x="810" y="1203"/>
                  </a:lnTo>
                  <a:lnTo>
                    <a:pt x="810" y="1441"/>
                  </a:lnTo>
                  <a:lnTo>
                    <a:pt x="1084" y="1286"/>
                  </a:lnTo>
                  <a:lnTo>
                    <a:pt x="1084" y="1048"/>
                  </a:lnTo>
                  <a:close/>
                  <a:moveTo>
                    <a:pt x="274" y="1155"/>
                  </a:moveTo>
                  <a:lnTo>
                    <a:pt x="0" y="1310"/>
                  </a:lnTo>
                  <a:lnTo>
                    <a:pt x="0" y="1548"/>
                  </a:lnTo>
                  <a:lnTo>
                    <a:pt x="274" y="1393"/>
                  </a:lnTo>
                  <a:lnTo>
                    <a:pt x="274" y="1155"/>
                  </a:lnTo>
                  <a:close/>
                  <a:moveTo>
                    <a:pt x="679" y="1274"/>
                  </a:moveTo>
                  <a:lnTo>
                    <a:pt x="405" y="1441"/>
                  </a:lnTo>
                  <a:lnTo>
                    <a:pt x="405" y="1679"/>
                  </a:lnTo>
                  <a:lnTo>
                    <a:pt x="679" y="1512"/>
                  </a:lnTo>
                  <a:lnTo>
                    <a:pt x="679" y="1274"/>
                  </a:lnTo>
                  <a:close/>
                  <a:moveTo>
                    <a:pt x="274" y="1512"/>
                  </a:moveTo>
                  <a:lnTo>
                    <a:pt x="0" y="1667"/>
                  </a:lnTo>
                  <a:lnTo>
                    <a:pt x="0" y="1905"/>
                  </a:lnTo>
                  <a:lnTo>
                    <a:pt x="274" y="1751"/>
                  </a:lnTo>
                  <a:lnTo>
                    <a:pt x="274" y="151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8" name="Google Shape;1528;p25"/>
            <p:cNvSpPr/>
            <p:nvPr/>
          </p:nvSpPr>
          <p:spPr>
            <a:xfrm>
              <a:off x="2467751" y="2104028"/>
              <a:ext cx="36409" cy="42160"/>
            </a:xfrm>
            <a:custGeom>
              <a:avLst/>
              <a:gdLst/>
              <a:ahLst/>
              <a:cxnLst/>
              <a:rect l="l" t="t" r="r" b="b"/>
              <a:pathLst>
                <a:path w="798" h="924" extrusionOk="0">
                  <a:moveTo>
                    <a:pt x="750" y="0"/>
                  </a:moveTo>
                  <a:cubicBezTo>
                    <a:pt x="739" y="0"/>
                    <a:pt x="727" y="3"/>
                    <a:pt x="715" y="10"/>
                  </a:cubicBezTo>
                  <a:cubicBezTo>
                    <a:pt x="667" y="33"/>
                    <a:pt x="643" y="81"/>
                    <a:pt x="643" y="141"/>
                  </a:cubicBezTo>
                  <a:cubicBezTo>
                    <a:pt x="643" y="177"/>
                    <a:pt x="664" y="193"/>
                    <a:pt x="690" y="193"/>
                  </a:cubicBezTo>
                  <a:cubicBezTo>
                    <a:pt x="698" y="193"/>
                    <a:pt x="706" y="191"/>
                    <a:pt x="715" y="188"/>
                  </a:cubicBezTo>
                  <a:cubicBezTo>
                    <a:pt x="762" y="153"/>
                    <a:pt x="786" y="105"/>
                    <a:pt x="798" y="57"/>
                  </a:cubicBezTo>
                  <a:cubicBezTo>
                    <a:pt x="798" y="22"/>
                    <a:pt x="779" y="0"/>
                    <a:pt x="750" y="0"/>
                  </a:cubicBezTo>
                  <a:close/>
                  <a:moveTo>
                    <a:pt x="433" y="179"/>
                  </a:moveTo>
                  <a:cubicBezTo>
                    <a:pt x="424" y="179"/>
                    <a:pt x="415" y="182"/>
                    <a:pt x="405" y="188"/>
                  </a:cubicBezTo>
                  <a:cubicBezTo>
                    <a:pt x="357" y="224"/>
                    <a:pt x="334" y="272"/>
                    <a:pt x="322" y="319"/>
                  </a:cubicBezTo>
                  <a:cubicBezTo>
                    <a:pt x="322" y="354"/>
                    <a:pt x="341" y="376"/>
                    <a:pt x="370" y="376"/>
                  </a:cubicBezTo>
                  <a:cubicBezTo>
                    <a:pt x="380" y="376"/>
                    <a:pt x="392" y="373"/>
                    <a:pt x="405" y="367"/>
                  </a:cubicBezTo>
                  <a:cubicBezTo>
                    <a:pt x="441" y="331"/>
                    <a:pt x="476" y="284"/>
                    <a:pt x="476" y="236"/>
                  </a:cubicBezTo>
                  <a:cubicBezTo>
                    <a:pt x="476" y="201"/>
                    <a:pt x="457" y="179"/>
                    <a:pt x="433" y="179"/>
                  </a:cubicBezTo>
                  <a:close/>
                  <a:moveTo>
                    <a:pt x="757" y="355"/>
                  </a:moveTo>
                  <a:cubicBezTo>
                    <a:pt x="745" y="355"/>
                    <a:pt x="730" y="359"/>
                    <a:pt x="715" y="367"/>
                  </a:cubicBezTo>
                  <a:cubicBezTo>
                    <a:pt x="667" y="391"/>
                    <a:pt x="643" y="438"/>
                    <a:pt x="643" y="486"/>
                  </a:cubicBezTo>
                  <a:cubicBezTo>
                    <a:pt x="643" y="527"/>
                    <a:pt x="660" y="545"/>
                    <a:pt x="682" y="545"/>
                  </a:cubicBezTo>
                  <a:cubicBezTo>
                    <a:pt x="692" y="545"/>
                    <a:pt x="703" y="541"/>
                    <a:pt x="715" y="534"/>
                  </a:cubicBezTo>
                  <a:cubicBezTo>
                    <a:pt x="762" y="510"/>
                    <a:pt x="786" y="462"/>
                    <a:pt x="798" y="403"/>
                  </a:cubicBezTo>
                  <a:cubicBezTo>
                    <a:pt x="798" y="371"/>
                    <a:pt x="782" y="355"/>
                    <a:pt x="757" y="355"/>
                  </a:cubicBezTo>
                  <a:close/>
                  <a:moveTo>
                    <a:pt x="105" y="369"/>
                  </a:moveTo>
                  <a:cubicBezTo>
                    <a:pt x="95" y="369"/>
                    <a:pt x="84" y="372"/>
                    <a:pt x="72" y="379"/>
                  </a:cubicBezTo>
                  <a:cubicBezTo>
                    <a:pt x="24" y="414"/>
                    <a:pt x="0" y="462"/>
                    <a:pt x="0" y="510"/>
                  </a:cubicBezTo>
                  <a:cubicBezTo>
                    <a:pt x="0" y="545"/>
                    <a:pt x="19" y="567"/>
                    <a:pt x="44" y="567"/>
                  </a:cubicBezTo>
                  <a:cubicBezTo>
                    <a:pt x="52" y="567"/>
                    <a:pt x="62" y="564"/>
                    <a:pt x="72" y="557"/>
                  </a:cubicBezTo>
                  <a:cubicBezTo>
                    <a:pt x="119" y="534"/>
                    <a:pt x="143" y="474"/>
                    <a:pt x="143" y="426"/>
                  </a:cubicBezTo>
                  <a:cubicBezTo>
                    <a:pt x="143" y="392"/>
                    <a:pt x="130" y="369"/>
                    <a:pt x="105" y="369"/>
                  </a:cubicBezTo>
                  <a:close/>
                  <a:moveTo>
                    <a:pt x="433" y="536"/>
                  </a:moveTo>
                  <a:cubicBezTo>
                    <a:pt x="424" y="536"/>
                    <a:pt x="415" y="539"/>
                    <a:pt x="405" y="545"/>
                  </a:cubicBezTo>
                  <a:cubicBezTo>
                    <a:pt x="357" y="569"/>
                    <a:pt x="334" y="617"/>
                    <a:pt x="322" y="676"/>
                  </a:cubicBezTo>
                  <a:cubicBezTo>
                    <a:pt x="322" y="711"/>
                    <a:pt x="341" y="733"/>
                    <a:pt x="370" y="733"/>
                  </a:cubicBezTo>
                  <a:cubicBezTo>
                    <a:pt x="380" y="733"/>
                    <a:pt x="392" y="730"/>
                    <a:pt x="405" y="724"/>
                  </a:cubicBezTo>
                  <a:cubicBezTo>
                    <a:pt x="441" y="688"/>
                    <a:pt x="476" y="641"/>
                    <a:pt x="476" y="593"/>
                  </a:cubicBezTo>
                  <a:cubicBezTo>
                    <a:pt x="476" y="558"/>
                    <a:pt x="457" y="536"/>
                    <a:pt x="433" y="536"/>
                  </a:cubicBezTo>
                  <a:close/>
                  <a:moveTo>
                    <a:pt x="105" y="727"/>
                  </a:moveTo>
                  <a:cubicBezTo>
                    <a:pt x="95" y="727"/>
                    <a:pt x="84" y="730"/>
                    <a:pt x="72" y="736"/>
                  </a:cubicBezTo>
                  <a:cubicBezTo>
                    <a:pt x="24" y="760"/>
                    <a:pt x="0" y="807"/>
                    <a:pt x="0" y="867"/>
                  </a:cubicBezTo>
                  <a:cubicBezTo>
                    <a:pt x="0" y="902"/>
                    <a:pt x="19" y="924"/>
                    <a:pt x="44" y="924"/>
                  </a:cubicBezTo>
                  <a:cubicBezTo>
                    <a:pt x="52" y="924"/>
                    <a:pt x="62" y="921"/>
                    <a:pt x="72" y="915"/>
                  </a:cubicBezTo>
                  <a:cubicBezTo>
                    <a:pt x="119" y="879"/>
                    <a:pt x="143" y="831"/>
                    <a:pt x="143" y="784"/>
                  </a:cubicBezTo>
                  <a:cubicBezTo>
                    <a:pt x="143" y="749"/>
                    <a:pt x="130" y="727"/>
                    <a:pt x="105" y="72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9" name="Google Shape;1529;p25"/>
            <p:cNvSpPr/>
            <p:nvPr/>
          </p:nvSpPr>
          <p:spPr>
            <a:xfrm>
              <a:off x="2168390" y="1939862"/>
              <a:ext cx="512871" cy="318936"/>
            </a:xfrm>
            <a:custGeom>
              <a:avLst/>
              <a:gdLst/>
              <a:ahLst/>
              <a:cxnLst/>
              <a:rect l="l" t="t" r="r" b="b"/>
              <a:pathLst>
                <a:path w="11241" h="6990" extrusionOk="0">
                  <a:moveTo>
                    <a:pt x="11240" y="500"/>
                  </a:moveTo>
                  <a:lnTo>
                    <a:pt x="10371" y="0"/>
                  </a:lnTo>
                  <a:lnTo>
                    <a:pt x="1" y="5989"/>
                  </a:lnTo>
                  <a:lnTo>
                    <a:pt x="1" y="6989"/>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0" name="Google Shape;1530;p25"/>
            <p:cNvSpPr/>
            <p:nvPr/>
          </p:nvSpPr>
          <p:spPr>
            <a:xfrm>
              <a:off x="2168390" y="3192007"/>
              <a:ext cx="512871" cy="387423"/>
            </a:xfrm>
            <a:custGeom>
              <a:avLst/>
              <a:gdLst/>
              <a:ahLst/>
              <a:cxnLst/>
              <a:rect l="l" t="t" r="r" b="b"/>
              <a:pathLst>
                <a:path w="11241" h="8491" extrusionOk="0">
                  <a:moveTo>
                    <a:pt x="1" y="6490"/>
                  </a:moveTo>
                  <a:lnTo>
                    <a:pt x="1" y="8490"/>
                  </a:lnTo>
                  <a:lnTo>
                    <a:pt x="11240" y="2001"/>
                  </a:lnTo>
                  <a:lnTo>
                    <a:pt x="11240"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1" name="Google Shape;1531;p25"/>
            <p:cNvSpPr/>
            <p:nvPr/>
          </p:nvSpPr>
          <p:spPr>
            <a:xfrm>
              <a:off x="2200466" y="3366394"/>
              <a:ext cx="221646" cy="169004"/>
            </a:xfrm>
            <a:custGeom>
              <a:avLst/>
              <a:gdLst/>
              <a:ahLst/>
              <a:cxnLst/>
              <a:rect l="l" t="t" r="r" b="b"/>
              <a:pathLst>
                <a:path w="4858" h="3704" extrusionOk="0">
                  <a:moveTo>
                    <a:pt x="0" y="2799"/>
                  </a:moveTo>
                  <a:lnTo>
                    <a:pt x="0" y="3704"/>
                  </a:lnTo>
                  <a:lnTo>
                    <a:pt x="4858" y="906"/>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2" name="Google Shape;1532;p25"/>
            <p:cNvSpPr/>
            <p:nvPr/>
          </p:nvSpPr>
          <p:spPr>
            <a:xfrm>
              <a:off x="2453059" y="3303930"/>
              <a:ext cx="65791" cy="95681"/>
            </a:xfrm>
            <a:custGeom>
              <a:avLst/>
              <a:gdLst/>
              <a:ahLst/>
              <a:cxnLst/>
              <a:rect l="l" t="t" r="r" b="b"/>
              <a:pathLst>
                <a:path w="1442" h="2097" extrusionOk="0">
                  <a:moveTo>
                    <a:pt x="1441" y="1"/>
                  </a:moveTo>
                  <a:lnTo>
                    <a:pt x="1" y="834"/>
                  </a:lnTo>
                  <a:lnTo>
                    <a:pt x="1" y="2096"/>
                  </a:lnTo>
                  <a:lnTo>
                    <a:pt x="1441" y="1263"/>
                  </a:lnTo>
                  <a:lnTo>
                    <a:pt x="14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3" name="Google Shape;1533;p25"/>
            <p:cNvSpPr/>
            <p:nvPr/>
          </p:nvSpPr>
          <p:spPr>
            <a:xfrm>
              <a:off x="2539979" y="3225725"/>
              <a:ext cx="128799" cy="118997"/>
            </a:xfrm>
            <a:custGeom>
              <a:avLst/>
              <a:gdLst/>
              <a:ahLst/>
              <a:cxnLst/>
              <a:rect l="l" t="t" r="r" b="b"/>
              <a:pathLst>
                <a:path w="2823" h="2608" extrusionOk="0">
                  <a:moveTo>
                    <a:pt x="1" y="1631"/>
                  </a:moveTo>
                  <a:lnTo>
                    <a:pt x="1" y="2608"/>
                  </a:lnTo>
                  <a:lnTo>
                    <a:pt x="2822" y="988"/>
                  </a:lnTo>
                  <a:lnTo>
                    <a:pt x="2822"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4" name="Google Shape;1534;p25"/>
            <p:cNvSpPr/>
            <p:nvPr/>
          </p:nvSpPr>
          <p:spPr>
            <a:xfrm>
              <a:off x="2553575" y="3243109"/>
              <a:ext cx="104892" cy="86966"/>
            </a:xfrm>
            <a:custGeom>
              <a:avLst/>
              <a:gdLst/>
              <a:ahLst/>
              <a:cxnLst/>
              <a:rect l="l" t="t" r="r" b="b"/>
              <a:pathLst>
                <a:path w="2299" h="1906" extrusionOk="0">
                  <a:moveTo>
                    <a:pt x="2298" y="0"/>
                  </a:moveTo>
                  <a:lnTo>
                    <a:pt x="2024" y="155"/>
                  </a:lnTo>
                  <a:lnTo>
                    <a:pt x="2024" y="393"/>
                  </a:lnTo>
                  <a:lnTo>
                    <a:pt x="2298" y="226"/>
                  </a:lnTo>
                  <a:lnTo>
                    <a:pt x="2298" y="0"/>
                  </a:lnTo>
                  <a:close/>
                  <a:moveTo>
                    <a:pt x="1893" y="238"/>
                  </a:moveTo>
                  <a:lnTo>
                    <a:pt x="1620" y="393"/>
                  </a:lnTo>
                  <a:lnTo>
                    <a:pt x="1620" y="631"/>
                  </a:lnTo>
                  <a:lnTo>
                    <a:pt x="1893" y="476"/>
                  </a:lnTo>
                  <a:lnTo>
                    <a:pt x="1893" y="238"/>
                  </a:lnTo>
                  <a:close/>
                  <a:moveTo>
                    <a:pt x="2298" y="345"/>
                  </a:moveTo>
                  <a:lnTo>
                    <a:pt x="2024" y="500"/>
                  </a:lnTo>
                  <a:lnTo>
                    <a:pt x="2024" y="750"/>
                  </a:lnTo>
                  <a:lnTo>
                    <a:pt x="2298" y="584"/>
                  </a:lnTo>
                  <a:lnTo>
                    <a:pt x="2298" y="345"/>
                  </a:lnTo>
                  <a:close/>
                  <a:moveTo>
                    <a:pt x="1489" y="464"/>
                  </a:moveTo>
                  <a:lnTo>
                    <a:pt x="1215" y="619"/>
                  </a:lnTo>
                  <a:lnTo>
                    <a:pt x="1215" y="857"/>
                  </a:lnTo>
                  <a:lnTo>
                    <a:pt x="1489" y="703"/>
                  </a:lnTo>
                  <a:lnTo>
                    <a:pt x="1489" y="464"/>
                  </a:lnTo>
                  <a:close/>
                  <a:moveTo>
                    <a:pt x="1893" y="572"/>
                  </a:moveTo>
                  <a:lnTo>
                    <a:pt x="1620" y="738"/>
                  </a:lnTo>
                  <a:lnTo>
                    <a:pt x="1620" y="976"/>
                  </a:lnTo>
                  <a:lnTo>
                    <a:pt x="1893" y="810"/>
                  </a:lnTo>
                  <a:lnTo>
                    <a:pt x="1893" y="572"/>
                  </a:lnTo>
                  <a:close/>
                  <a:moveTo>
                    <a:pt x="1084" y="703"/>
                  </a:moveTo>
                  <a:lnTo>
                    <a:pt x="810" y="857"/>
                  </a:lnTo>
                  <a:lnTo>
                    <a:pt x="810" y="1095"/>
                  </a:lnTo>
                  <a:lnTo>
                    <a:pt x="1084" y="941"/>
                  </a:lnTo>
                  <a:lnTo>
                    <a:pt x="1084" y="703"/>
                  </a:lnTo>
                  <a:close/>
                  <a:moveTo>
                    <a:pt x="1489" y="810"/>
                  </a:moveTo>
                  <a:lnTo>
                    <a:pt x="1215" y="965"/>
                  </a:lnTo>
                  <a:lnTo>
                    <a:pt x="1215" y="1203"/>
                  </a:lnTo>
                  <a:lnTo>
                    <a:pt x="1489" y="1048"/>
                  </a:lnTo>
                  <a:lnTo>
                    <a:pt x="1489" y="810"/>
                  </a:lnTo>
                  <a:close/>
                  <a:moveTo>
                    <a:pt x="679" y="929"/>
                  </a:moveTo>
                  <a:lnTo>
                    <a:pt x="405" y="1084"/>
                  </a:lnTo>
                  <a:lnTo>
                    <a:pt x="405" y="1322"/>
                  </a:lnTo>
                  <a:lnTo>
                    <a:pt x="679" y="1167"/>
                  </a:lnTo>
                  <a:lnTo>
                    <a:pt x="679" y="929"/>
                  </a:lnTo>
                  <a:close/>
                  <a:moveTo>
                    <a:pt x="1084" y="1048"/>
                  </a:moveTo>
                  <a:lnTo>
                    <a:pt x="810" y="1203"/>
                  </a:lnTo>
                  <a:lnTo>
                    <a:pt x="810" y="1441"/>
                  </a:lnTo>
                  <a:lnTo>
                    <a:pt x="1084" y="1274"/>
                  </a:lnTo>
                  <a:lnTo>
                    <a:pt x="1084" y="1048"/>
                  </a:lnTo>
                  <a:close/>
                  <a:moveTo>
                    <a:pt x="274" y="1167"/>
                  </a:moveTo>
                  <a:lnTo>
                    <a:pt x="0" y="1322"/>
                  </a:lnTo>
                  <a:lnTo>
                    <a:pt x="0" y="1560"/>
                  </a:lnTo>
                  <a:lnTo>
                    <a:pt x="274" y="1405"/>
                  </a:lnTo>
                  <a:lnTo>
                    <a:pt x="274" y="1167"/>
                  </a:lnTo>
                  <a:close/>
                  <a:moveTo>
                    <a:pt x="679" y="1274"/>
                  </a:moveTo>
                  <a:lnTo>
                    <a:pt x="405" y="1429"/>
                  </a:lnTo>
                  <a:lnTo>
                    <a:pt x="405" y="1667"/>
                  </a:lnTo>
                  <a:lnTo>
                    <a:pt x="679" y="1512"/>
                  </a:lnTo>
                  <a:lnTo>
                    <a:pt x="679" y="1274"/>
                  </a:lnTo>
                  <a:close/>
                  <a:moveTo>
                    <a:pt x="274" y="1500"/>
                  </a:moveTo>
                  <a:lnTo>
                    <a:pt x="0" y="1667"/>
                  </a:lnTo>
                  <a:lnTo>
                    <a:pt x="0" y="1905"/>
                  </a:lnTo>
                  <a:lnTo>
                    <a:pt x="274" y="1738"/>
                  </a:lnTo>
                  <a:lnTo>
                    <a:pt x="274" y="150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5" name="Google Shape;1535;p25"/>
            <p:cNvSpPr/>
            <p:nvPr/>
          </p:nvSpPr>
          <p:spPr>
            <a:xfrm>
              <a:off x="2467751" y="3333633"/>
              <a:ext cx="36409" cy="41932"/>
            </a:xfrm>
            <a:custGeom>
              <a:avLst/>
              <a:gdLst/>
              <a:ahLst/>
              <a:cxnLst/>
              <a:rect l="l" t="t" r="r" b="b"/>
              <a:pathLst>
                <a:path w="798" h="919" extrusionOk="0">
                  <a:moveTo>
                    <a:pt x="746" y="0"/>
                  </a:moveTo>
                  <a:cubicBezTo>
                    <a:pt x="736" y="0"/>
                    <a:pt x="726" y="2"/>
                    <a:pt x="715" y="4"/>
                  </a:cubicBezTo>
                  <a:cubicBezTo>
                    <a:pt x="667" y="40"/>
                    <a:pt x="643" y="88"/>
                    <a:pt x="643" y="135"/>
                  </a:cubicBezTo>
                  <a:cubicBezTo>
                    <a:pt x="643" y="170"/>
                    <a:pt x="662" y="192"/>
                    <a:pt x="686" y="192"/>
                  </a:cubicBezTo>
                  <a:cubicBezTo>
                    <a:pt x="695" y="192"/>
                    <a:pt x="705" y="189"/>
                    <a:pt x="715" y="183"/>
                  </a:cubicBezTo>
                  <a:cubicBezTo>
                    <a:pt x="762" y="159"/>
                    <a:pt x="786" y="112"/>
                    <a:pt x="798" y="52"/>
                  </a:cubicBezTo>
                  <a:cubicBezTo>
                    <a:pt x="798" y="16"/>
                    <a:pt x="777" y="0"/>
                    <a:pt x="746" y="0"/>
                  </a:cubicBezTo>
                  <a:close/>
                  <a:moveTo>
                    <a:pt x="433" y="186"/>
                  </a:moveTo>
                  <a:cubicBezTo>
                    <a:pt x="424" y="186"/>
                    <a:pt x="415" y="189"/>
                    <a:pt x="405" y="195"/>
                  </a:cubicBezTo>
                  <a:cubicBezTo>
                    <a:pt x="357" y="219"/>
                    <a:pt x="334" y="266"/>
                    <a:pt x="322" y="326"/>
                  </a:cubicBezTo>
                  <a:cubicBezTo>
                    <a:pt x="322" y="362"/>
                    <a:pt x="342" y="378"/>
                    <a:pt x="374" y="378"/>
                  </a:cubicBezTo>
                  <a:cubicBezTo>
                    <a:pt x="383" y="378"/>
                    <a:pt x="394" y="376"/>
                    <a:pt x="405" y="374"/>
                  </a:cubicBezTo>
                  <a:cubicBezTo>
                    <a:pt x="441" y="338"/>
                    <a:pt x="476" y="290"/>
                    <a:pt x="476" y="243"/>
                  </a:cubicBezTo>
                  <a:cubicBezTo>
                    <a:pt x="476" y="208"/>
                    <a:pt x="457" y="186"/>
                    <a:pt x="433" y="186"/>
                  </a:cubicBezTo>
                  <a:close/>
                  <a:moveTo>
                    <a:pt x="750" y="352"/>
                  </a:moveTo>
                  <a:cubicBezTo>
                    <a:pt x="739" y="352"/>
                    <a:pt x="727" y="355"/>
                    <a:pt x="715" y="362"/>
                  </a:cubicBezTo>
                  <a:cubicBezTo>
                    <a:pt x="667" y="397"/>
                    <a:pt x="643" y="445"/>
                    <a:pt x="643" y="493"/>
                  </a:cubicBezTo>
                  <a:cubicBezTo>
                    <a:pt x="643" y="527"/>
                    <a:pt x="662" y="550"/>
                    <a:pt x="686" y="550"/>
                  </a:cubicBezTo>
                  <a:cubicBezTo>
                    <a:pt x="695" y="550"/>
                    <a:pt x="705" y="547"/>
                    <a:pt x="715" y="540"/>
                  </a:cubicBezTo>
                  <a:cubicBezTo>
                    <a:pt x="762" y="505"/>
                    <a:pt x="786" y="457"/>
                    <a:pt x="798" y="409"/>
                  </a:cubicBezTo>
                  <a:cubicBezTo>
                    <a:pt x="798" y="374"/>
                    <a:pt x="779" y="352"/>
                    <a:pt x="750" y="352"/>
                  </a:cubicBezTo>
                  <a:close/>
                  <a:moveTo>
                    <a:pt x="105" y="376"/>
                  </a:moveTo>
                  <a:cubicBezTo>
                    <a:pt x="95" y="376"/>
                    <a:pt x="84" y="379"/>
                    <a:pt x="72" y="385"/>
                  </a:cubicBezTo>
                  <a:cubicBezTo>
                    <a:pt x="24" y="409"/>
                    <a:pt x="0" y="457"/>
                    <a:pt x="0" y="516"/>
                  </a:cubicBezTo>
                  <a:cubicBezTo>
                    <a:pt x="0" y="542"/>
                    <a:pt x="19" y="562"/>
                    <a:pt x="42" y="562"/>
                  </a:cubicBezTo>
                  <a:cubicBezTo>
                    <a:pt x="52" y="562"/>
                    <a:pt x="62" y="559"/>
                    <a:pt x="72" y="552"/>
                  </a:cubicBezTo>
                  <a:cubicBezTo>
                    <a:pt x="119" y="528"/>
                    <a:pt x="143" y="481"/>
                    <a:pt x="143" y="433"/>
                  </a:cubicBezTo>
                  <a:cubicBezTo>
                    <a:pt x="143" y="398"/>
                    <a:pt x="130" y="376"/>
                    <a:pt x="105" y="376"/>
                  </a:cubicBezTo>
                  <a:close/>
                  <a:moveTo>
                    <a:pt x="434" y="543"/>
                  </a:moveTo>
                  <a:cubicBezTo>
                    <a:pt x="425" y="543"/>
                    <a:pt x="415" y="545"/>
                    <a:pt x="405" y="552"/>
                  </a:cubicBezTo>
                  <a:cubicBezTo>
                    <a:pt x="357" y="576"/>
                    <a:pt x="334" y="624"/>
                    <a:pt x="322" y="671"/>
                  </a:cubicBezTo>
                  <a:cubicBezTo>
                    <a:pt x="322" y="706"/>
                    <a:pt x="341" y="728"/>
                    <a:pt x="370" y="728"/>
                  </a:cubicBezTo>
                  <a:cubicBezTo>
                    <a:pt x="380" y="728"/>
                    <a:pt x="392" y="725"/>
                    <a:pt x="405" y="719"/>
                  </a:cubicBezTo>
                  <a:cubicBezTo>
                    <a:pt x="453" y="695"/>
                    <a:pt x="476" y="647"/>
                    <a:pt x="476" y="588"/>
                  </a:cubicBezTo>
                  <a:cubicBezTo>
                    <a:pt x="476" y="562"/>
                    <a:pt x="458" y="543"/>
                    <a:pt x="434" y="543"/>
                  </a:cubicBezTo>
                  <a:close/>
                  <a:moveTo>
                    <a:pt x="111" y="731"/>
                  </a:moveTo>
                  <a:cubicBezTo>
                    <a:pt x="101" y="731"/>
                    <a:pt x="87" y="735"/>
                    <a:pt x="72" y="743"/>
                  </a:cubicBezTo>
                  <a:cubicBezTo>
                    <a:pt x="24" y="766"/>
                    <a:pt x="0" y="814"/>
                    <a:pt x="0" y="862"/>
                  </a:cubicBezTo>
                  <a:cubicBezTo>
                    <a:pt x="0" y="897"/>
                    <a:pt x="19" y="919"/>
                    <a:pt x="44" y="919"/>
                  </a:cubicBezTo>
                  <a:cubicBezTo>
                    <a:pt x="52" y="919"/>
                    <a:pt x="62" y="916"/>
                    <a:pt x="72" y="909"/>
                  </a:cubicBezTo>
                  <a:cubicBezTo>
                    <a:pt x="119" y="886"/>
                    <a:pt x="143" y="838"/>
                    <a:pt x="143" y="778"/>
                  </a:cubicBezTo>
                  <a:cubicBezTo>
                    <a:pt x="143" y="747"/>
                    <a:pt x="132" y="731"/>
                    <a:pt x="111" y="73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25"/>
            <p:cNvSpPr/>
            <p:nvPr/>
          </p:nvSpPr>
          <p:spPr>
            <a:xfrm>
              <a:off x="2168390" y="3169741"/>
              <a:ext cx="512871" cy="318389"/>
            </a:xfrm>
            <a:custGeom>
              <a:avLst/>
              <a:gdLst/>
              <a:ahLst/>
              <a:cxnLst/>
              <a:rect l="l" t="t" r="r" b="b"/>
              <a:pathLst>
                <a:path w="11241" h="6978" extrusionOk="0">
                  <a:moveTo>
                    <a:pt x="11240" y="489"/>
                  </a:moveTo>
                  <a:lnTo>
                    <a:pt x="10371" y="1"/>
                  </a:lnTo>
                  <a:lnTo>
                    <a:pt x="1" y="5990"/>
                  </a:lnTo>
                  <a:lnTo>
                    <a:pt x="1" y="6978"/>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7" name="Google Shape;1537;p25"/>
            <p:cNvSpPr/>
            <p:nvPr/>
          </p:nvSpPr>
          <p:spPr>
            <a:xfrm>
              <a:off x="2168390" y="3055673"/>
              <a:ext cx="512871" cy="387377"/>
            </a:xfrm>
            <a:custGeom>
              <a:avLst/>
              <a:gdLst/>
              <a:ahLst/>
              <a:cxnLst/>
              <a:rect l="l" t="t" r="r" b="b"/>
              <a:pathLst>
                <a:path w="11241" h="8490" extrusionOk="0">
                  <a:moveTo>
                    <a:pt x="1" y="6489"/>
                  </a:moveTo>
                  <a:lnTo>
                    <a:pt x="1" y="8490"/>
                  </a:lnTo>
                  <a:lnTo>
                    <a:pt x="11240" y="2001"/>
                  </a:lnTo>
                  <a:lnTo>
                    <a:pt x="11240"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8" name="Google Shape;1538;p25"/>
            <p:cNvSpPr/>
            <p:nvPr/>
          </p:nvSpPr>
          <p:spPr>
            <a:xfrm>
              <a:off x="2200466" y="3230060"/>
              <a:ext cx="221646" cy="169004"/>
            </a:xfrm>
            <a:custGeom>
              <a:avLst/>
              <a:gdLst/>
              <a:ahLst/>
              <a:cxnLst/>
              <a:rect l="l" t="t" r="r" b="b"/>
              <a:pathLst>
                <a:path w="4858" h="3704" extrusionOk="0">
                  <a:moveTo>
                    <a:pt x="0" y="2798"/>
                  </a:moveTo>
                  <a:lnTo>
                    <a:pt x="0" y="3703"/>
                  </a:lnTo>
                  <a:lnTo>
                    <a:pt x="4858" y="905"/>
                  </a:lnTo>
                  <a:lnTo>
                    <a:pt x="4858" y="0"/>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9" name="Google Shape;1539;p25"/>
            <p:cNvSpPr/>
            <p:nvPr/>
          </p:nvSpPr>
          <p:spPr>
            <a:xfrm>
              <a:off x="2453059" y="3167596"/>
              <a:ext cx="65791" cy="95088"/>
            </a:xfrm>
            <a:custGeom>
              <a:avLst/>
              <a:gdLst/>
              <a:ahLst/>
              <a:cxnLst/>
              <a:rect l="l" t="t" r="r" b="b"/>
              <a:pathLst>
                <a:path w="1442" h="2084" extrusionOk="0">
                  <a:moveTo>
                    <a:pt x="1441" y="0"/>
                  </a:moveTo>
                  <a:lnTo>
                    <a:pt x="1" y="834"/>
                  </a:lnTo>
                  <a:lnTo>
                    <a:pt x="1" y="2084"/>
                  </a:lnTo>
                  <a:lnTo>
                    <a:pt x="1441" y="1250"/>
                  </a:lnTo>
                  <a:lnTo>
                    <a:pt x="14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0" name="Google Shape;1540;p25"/>
            <p:cNvSpPr/>
            <p:nvPr/>
          </p:nvSpPr>
          <p:spPr>
            <a:xfrm>
              <a:off x="2539979" y="3089346"/>
              <a:ext cx="128799" cy="119042"/>
            </a:xfrm>
            <a:custGeom>
              <a:avLst/>
              <a:gdLst/>
              <a:ahLst/>
              <a:cxnLst/>
              <a:rect l="l" t="t" r="r" b="b"/>
              <a:pathLst>
                <a:path w="2823" h="2609" extrusionOk="0">
                  <a:moveTo>
                    <a:pt x="1" y="1632"/>
                  </a:moveTo>
                  <a:lnTo>
                    <a:pt x="1" y="2608"/>
                  </a:lnTo>
                  <a:lnTo>
                    <a:pt x="2822" y="977"/>
                  </a:lnTo>
                  <a:lnTo>
                    <a:pt x="2822"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1" name="Google Shape;1541;p25"/>
            <p:cNvSpPr/>
            <p:nvPr/>
          </p:nvSpPr>
          <p:spPr>
            <a:xfrm>
              <a:off x="2553575" y="3106182"/>
              <a:ext cx="104892" cy="87514"/>
            </a:xfrm>
            <a:custGeom>
              <a:avLst/>
              <a:gdLst/>
              <a:ahLst/>
              <a:cxnLst/>
              <a:rect l="l" t="t" r="r" b="b"/>
              <a:pathLst>
                <a:path w="2299" h="1918" extrusionOk="0">
                  <a:moveTo>
                    <a:pt x="2298" y="1"/>
                  </a:moveTo>
                  <a:lnTo>
                    <a:pt x="2024" y="167"/>
                  </a:lnTo>
                  <a:lnTo>
                    <a:pt x="2024" y="406"/>
                  </a:lnTo>
                  <a:lnTo>
                    <a:pt x="2298" y="239"/>
                  </a:lnTo>
                  <a:lnTo>
                    <a:pt x="2298" y="1"/>
                  </a:lnTo>
                  <a:close/>
                  <a:moveTo>
                    <a:pt x="1893" y="239"/>
                  </a:moveTo>
                  <a:lnTo>
                    <a:pt x="1620" y="394"/>
                  </a:lnTo>
                  <a:lnTo>
                    <a:pt x="1620" y="632"/>
                  </a:lnTo>
                  <a:lnTo>
                    <a:pt x="1893" y="477"/>
                  </a:lnTo>
                  <a:lnTo>
                    <a:pt x="1893" y="239"/>
                  </a:lnTo>
                  <a:close/>
                  <a:moveTo>
                    <a:pt x="2298" y="358"/>
                  </a:moveTo>
                  <a:lnTo>
                    <a:pt x="2024" y="513"/>
                  </a:lnTo>
                  <a:lnTo>
                    <a:pt x="2024" y="751"/>
                  </a:lnTo>
                  <a:lnTo>
                    <a:pt x="2298" y="596"/>
                  </a:lnTo>
                  <a:lnTo>
                    <a:pt x="2298" y="358"/>
                  </a:lnTo>
                  <a:close/>
                  <a:moveTo>
                    <a:pt x="1489" y="477"/>
                  </a:moveTo>
                  <a:lnTo>
                    <a:pt x="1215" y="632"/>
                  </a:lnTo>
                  <a:lnTo>
                    <a:pt x="1215" y="870"/>
                  </a:lnTo>
                  <a:lnTo>
                    <a:pt x="1489" y="715"/>
                  </a:lnTo>
                  <a:lnTo>
                    <a:pt x="1489" y="477"/>
                  </a:lnTo>
                  <a:close/>
                  <a:moveTo>
                    <a:pt x="1893" y="584"/>
                  </a:moveTo>
                  <a:lnTo>
                    <a:pt x="1620" y="751"/>
                  </a:lnTo>
                  <a:lnTo>
                    <a:pt x="1620" y="989"/>
                  </a:lnTo>
                  <a:lnTo>
                    <a:pt x="1893" y="822"/>
                  </a:lnTo>
                  <a:lnTo>
                    <a:pt x="1893" y="584"/>
                  </a:lnTo>
                  <a:close/>
                  <a:moveTo>
                    <a:pt x="1084" y="703"/>
                  </a:moveTo>
                  <a:lnTo>
                    <a:pt x="810" y="858"/>
                  </a:lnTo>
                  <a:lnTo>
                    <a:pt x="810" y="1096"/>
                  </a:lnTo>
                  <a:lnTo>
                    <a:pt x="1084" y="941"/>
                  </a:lnTo>
                  <a:lnTo>
                    <a:pt x="1084" y="703"/>
                  </a:lnTo>
                  <a:close/>
                  <a:moveTo>
                    <a:pt x="1489" y="822"/>
                  </a:moveTo>
                  <a:lnTo>
                    <a:pt x="1215" y="977"/>
                  </a:lnTo>
                  <a:lnTo>
                    <a:pt x="1215" y="1215"/>
                  </a:lnTo>
                  <a:lnTo>
                    <a:pt x="1489" y="1060"/>
                  </a:lnTo>
                  <a:lnTo>
                    <a:pt x="1489" y="822"/>
                  </a:lnTo>
                  <a:close/>
                  <a:moveTo>
                    <a:pt x="679" y="941"/>
                  </a:moveTo>
                  <a:lnTo>
                    <a:pt x="405" y="1096"/>
                  </a:lnTo>
                  <a:lnTo>
                    <a:pt x="405" y="1334"/>
                  </a:lnTo>
                  <a:lnTo>
                    <a:pt x="679" y="1179"/>
                  </a:lnTo>
                  <a:lnTo>
                    <a:pt x="679" y="941"/>
                  </a:lnTo>
                  <a:close/>
                  <a:moveTo>
                    <a:pt x="1084" y="1048"/>
                  </a:moveTo>
                  <a:lnTo>
                    <a:pt x="810" y="1215"/>
                  </a:lnTo>
                  <a:lnTo>
                    <a:pt x="810" y="1453"/>
                  </a:lnTo>
                  <a:lnTo>
                    <a:pt x="1084" y="1287"/>
                  </a:lnTo>
                  <a:lnTo>
                    <a:pt x="1084" y="1048"/>
                  </a:lnTo>
                  <a:close/>
                  <a:moveTo>
                    <a:pt x="274" y="1168"/>
                  </a:moveTo>
                  <a:lnTo>
                    <a:pt x="0" y="1322"/>
                  </a:lnTo>
                  <a:lnTo>
                    <a:pt x="0" y="1560"/>
                  </a:lnTo>
                  <a:lnTo>
                    <a:pt x="274" y="1406"/>
                  </a:lnTo>
                  <a:lnTo>
                    <a:pt x="274" y="1168"/>
                  </a:lnTo>
                  <a:close/>
                  <a:moveTo>
                    <a:pt x="679" y="1287"/>
                  </a:moveTo>
                  <a:lnTo>
                    <a:pt x="405" y="1441"/>
                  </a:lnTo>
                  <a:lnTo>
                    <a:pt x="405" y="1680"/>
                  </a:lnTo>
                  <a:lnTo>
                    <a:pt x="679" y="1525"/>
                  </a:lnTo>
                  <a:lnTo>
                    <a:pt x="679" y="1287"/>
                  </a:lnTo>
                  <a:close/>
                  <a:moveTo>
                    <a:pt x="274" y="1513"/>
                  </a:moveTo>
                  <a:lnTo>
                    <a:pt x="0" y="1680"/>
                  </a:lnTo>
                  <a:lnTo>
                    <a:pt x="0" y="1918"/>
                  </a:lnTo>
                  <a:lnTo>
                    <a:pt x="274" y="1751"/>
                  </a:lnTo>
                  <a:lnTo>
                    <a:pt x="274" y="151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2" name="Google Shape;1542;p25"/>
            <p:cNvSpPr/>
            <p:nvPr/>
          </p:nvSpPr>
          <p:spPr>
            <a:xfrm>
              <a:off x="2467751" y="3197026"/>
              <a:ext cx="36409" cy="42205"/>
            </a:xfrm>
            <a:custGeom>
              <a:avLst/>
              <a:gdLst/>
              <a:ahLst/>
              <a:cxnLst/>
              <a:rect l="l" t="t" r="r" b="b"/>
              <a:pathLst>
                <a:path w="798" h="925" extrusionOk="0">
                  <a:moveTo>
                    <a:pt x="750" y="1"/>
                  </a:moveTo>
                  <a:cubicBezTo>
                    <a:pt x="739" y="1"/>
                    <a:pt x="727" y="4"/>
                    <a:pt x="715" y="10"/>
                  </a:cubicBezTo>
                  <a:cubicBezTo>
                    <a:pt x="667" y="34"/>
                    <a:pt x="643" y="81"/>
                    <a:pt x="643" y="141"/>
                  </a:cubicBezTo>
                  <a:cubicBezTo>
                    <a:pt x="643" y="176"/>
                    <a:pt x="662" y="198"/>
                    <a:pt x="686" y="198"/>
                  </a:cubicBezTo>
                  <a:cubicBezTo>
                    <a:pt x="695" y="198"/>
                    <a:pt x="705" y="195"/>
                    <a:pt x="715" y="189"/>
                  </a:cubicBezTo>
                  <a:cubicBezTo>
                    <a:pt x="762" y="153"/>
                    <a:pt x="786" y="105"/>
                    <a:pt x="798" y="58"/>
                  </a:cubicBezTo>
                  <a:cubicBezTo>
                    <a:pt x="798" y="23"/>
                    <a:pt x="779" y="1"/>
                    <a:pt x="750" y="1"/>
                  </a:cubicBezTo>
                  <a:close/>
                  <a:moveTo>
                    <a:pt x="433" y="179"/>
                  </a:moveTo>
                  <a:cubicBezTo>
                    <a:pt x="424" y="179"/>
                    <a:pt x="415" y="182"/>
                    <a:pt x="405" y="189"/>
                  </a:cubicBezTo>
                  <a:cubicBezTo>
                    <a:pt x="357" y="224"/>
                    <a:pt x="334" y="272"/>
                    <a:pt x="322" y="320"/>
                  </a:cubicBezTo>
                  <a:cubicBezTo>
                    <a:pt x="322" y="354"/>
                    <a:pt x="341" y="377"/>
                    <a:pt x="370" y="377"/>
                  </a:cubicBezTo>
                  <a:cubicBezTo>
                    <a:pt x="380" y="377"/>
                    <a:pt x="392" y="374"/>
                    <a:pt x="405" y="367"/>
                  </a:cubicBezTo>
                  <a:cubicBezTo>
                    <a:pt x="453" y="343"/>
                    <a:pt x="476" y="296"/>
                    <a:pt x="476" y="236"/>
                  </a:cubicBezTo>
                  <a:cubicBezTo>
                    <a:pt x="476" y="201"/>
                    <a:pt x="457" y="179"/>
                    <a:pt x="433" y="179"/>
                  </a:cubicBezTo>
                  <a:close/>
                  <a:moveTo>
                    <a:pt x="757" y="355"/>
                  </a:moveTo>
                  <a:cubicBezTo>
                    <a:pt x="745" y="355"/>
                    <a:pt x="730" y="359"/>
                    <a:pt x="715" y="367"/>
                  </a:cubicBezTo>
                  <a:cubicBezTo>
                    <a:pt x="667" y="391"/>
                    <a:pt x="643" y="439"/>
                    <a:pt x="643" y="498"/>
                  </a:cubicBezTo>
                  <a:cubicBezTo>
                    <a:pt x="643" y="530"/>
                    <a:pt x="659" y="546"/>
                    <a:pt x="680" y="546"/>
                  </a:cubicBezTo>
                  <a:cubicBezTo>
                    <a:pt x="691" y="546"/>
                    <a:pt x="703" y="542"/>
                    <a:pt x="715" y="534"/>
                  </a:cubicBezTo>
                  <a:cubicBezTo>
                    <a:pt x="762" y="510"/>
                    <a:pt x="786" y="462"/>
                    <a:pt x="798" y="403"/>
                  </a:cubicBezTo>
                  <a:cubicBezTo>
                    <a:pt x="798" y="371"/>
                    <a:pt x="782" y="355"/>
                    <a:pt x="757" y="355"/>
                  </a:cubicBezTo>
                  <a:close/>
                  <a:moveTo>
                    <a:pt x="105" y="370"/>
                  </a:moveTo>
                  <a:cubicBezTo>
                    <a:pt x="95" y="370"/>
                    <a:pt x="84" y="373"/>
                    <a:pt x="72" y="379"/>
                  </a:cubicBezTo>
                  <a:cubicBezTo>
                    <a:pt x="24" y="415"/>
                    <a:pt x="0" y="462"/>
                    <a:pt x="0" y="510"/>
                  </a:cubicBezTo>
                  <a:cubicBezTo>
                    <a:pt x="0" y="545"/>
                    <a:pt x="19" y="567"/>
                    <a:pt x="44" y="567"/>
                  </a:cubicBezTo>
                  <a:cubicBezTo>
                    <a:pt x="52" y="567"/>
                    <a:pt x="62" y="564"/>
                    <a:pt x="72" y="558"/>
                  </a:cubicBezTo>
                  <a:cubicBezTo>
                    <a:pt x="119" y="534"/>
                    <a:pt x="143" y="474"/>
                    <a:pt x="143" y="427"/>
                  </a:cubicBezTo>
                  <a:cubicBezTo>
                    <a:pt x="143" y="392"/>
                    <a:pt x="130" y="370"/>
                    <a:pt x="105" y="370"/>
                  </a:cubicBezTo>
                  <a:close/>
                  <a:moveTo>
                    <a:pt x="433" y="536"/>
                  </a:moveTo>
                  <a:cubicBezTo>
                    <a:pt x="424" y="536"/>
                    <a:pt x="415" y="539"/>
                    <a:pt x="405" y="546"/>
                  </a:cubicBezTo>
                  <a:cubicBezTo>
                    <a:pt x="357" y="570"/>
                    <a:pt x="334" y="617"/>
                    <a:pt x="322" y="677"/>
                  </a:cubicBezTo>
                  <a:cubicBezTo>
                    <a:pt x="322" y="712"/>
                    <a:pt x="341" y="734"/>
                    <a:pt x="370" y="734"/>
                  </a:cubicBezTo>
                  <a:cubicBezTo>
                    <a:pt x="380" y="734"/>
                    <a:pt x="392" y="731"/>
                    <a:pt x="405" y="724"/>
                  </a:cubicBezTo>
                  <a:cubicBezTo>
                    <a:pt x="453" y="689"/>
                    <a:pt x="476" y="641"/>
                    <a:pt x="476" y="593"/>
                  </a:cubicBezTo>
                  <a:cubicBezTo>
                    <a:pt x="476" y="559"/>
                    <a:pt x="457" y="536"/>
                    <a:pt x="433" y="536"/>
                  </a:cubicBezTo>
                  <a:close/>
                  <a:moveTo>
                    <a:pt x="105" y="727"/>
                  </a:moveTo>
                  <a:cubicBezTo>
                    <a:pt x="95" y="727"/>
                    <a:pt x="84" y="730"/>
                    <a:pt x="72" y="736"/>
                  </a:cubicBezTo>
                  <a:cubicBezTo>
                    <a:pt x="24" y="760"/>
                    <a:pt x="0" y="808"/>
                    <a:pt x="0" y="867"/>
                  </a:cubicBezTo>
                  <a:cubicBezTo>
                    <a:pt x="0" y="902"/>
                    <a:pt x="19" y="924"/>
                    <a:pt x="44" y="924"/>
                  </a:cubicBezTo>
                  <a:cubicBezTo>
                    <a:pt x="52" y="924"/>
                    <a:pt x="62" y="921"/>
                    <a:pt x="72" y="915"/>
                  </a:cubicBezTo>
                  <a:cubicBezTo>
                    <a:pt x="119" y="879"/>
                    <a:pt x="143" y="832"/>
                    <a:pt x="143" y="784"/>
                  </a:cubicBezTo>
                  <a:cubicBezTo>
                    <a:pt x="143" y="749"/>
                    <a:pt x="130" y="727"/>
                    <a:pt x="105" y="72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3" name="Google Shape;1543;p25"/>
            <p:cNvSpPr/>
            <p:nvPr/>
          </p:nvSpPr>
          <p:spPr>
            <a:xfrm>
              <a:off x="2168390" y="3032859"/>
              <a:ext cx="512871" cy="318936"/>
            </a:xfrm>
            <a:custGeom>
              <a:avLst/>
              <a:gdLst/>
              <a:ahLst/>
              <a:cxnLst/>
              <a:rect l="l" t="t" r="r" b="b"/>
              <a:pathLst>
                <a:path w="11241" h="6990" extrusionOk="0">
                  <a:moveTo>
                    <a:pt x="11240" y="500"/>
                  </a:moveTo>
                  <a:lnTo>
                    <a:pt x="10371" y="0"/>
                  </a:lnTo>
                  <a:lnTo>
                    <a:pt x="1" y="5989"/>
                  </a:lnTo>
                  <a:lnTo>
                    <a:pt x="1" y="6989"/>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4" name="Google Shape;1544;p25"/>
            <p:cNvSpPr/>
            <p:nvPr/>
          </p:nvSpPr>
          <p:spPr>
            <a:xfrm>
              <a:off x="2168390" y="2918792"/>
              <a:ext cx="512871" cy="387377"/>
            </a:xfrm>
            <a:custGeom>
              <a:avLst/>
              <a:gdLst/>
              <a:ahLst/>
              <a:cxnLst/>
              <a:rect l="l" t="t" r="r" b="b"/>
              <a:pathLst>
                <a:path w="11241" h="8490" extrusionOk="0">
                  <a:moveTo>
                    <a:pt x="1" y="6489"/>
                  </a:moveTo>
                  <a:lnTo>
                    <a:pt x="1" y="8489"/>
                  </a:lnTo>
                  <a:lnTo>
                    <a:pt x="11240" y="2000"/>
                  </a:lnTo>
                  <a:lnTo>
                    <a:pt x="11240"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5" name="Google Shape;1545;p25"/>
            <p:cNvSpPr/>
            <p:nvPr/>
          </p:nvSpPr>
          <p:spPr>
            <a:xfrm>
              <a:off x="2200466" y="3093133"/>
              <a:ext cx="221646" cy="169004"/>
            </a:xfrm>
            <a:custGeom>
              <a:avLst/>
              <a:gdLst/>
              <a:ahLst/>
              <a:cxnLst/>
              <a:rect l="l" t="t" r="r" b="b"/>
              <a:pathLst>
                <a:path w="4858" h="3704" extrusionOk="0">
                  <a:moveTo>
                    <a:pt x="0" y="2799"/>
                  </a:moveTo>
                  <a:lnTo>
                    <a:pt x="0" y="3704"/>
                  </a:lnTo>
                  <a:lnTo>
                    <a:pt x="4858" y="906"/>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6" name="Google Shape;1546;p25"/>
            <p:cNvSpPr/>
            <p:nvPr/>
          </p:nvSpPr>
          <p:spPr>
            <a:xfrm>
              <a:off x="2453059" y="3030669"/>
              <a:ext cx="65791" cy="95681"/>
            </a:xfrm>
            <a:custGeom>
              <a:avLst/>
              <a:gdLst/>
              <a:ahLst/>
              <a:cxnLst/>
              <a:rect l="l" t="t" r="r" b="b"/>
              <a:pathLst>
                <a:path w="1442" h="2097" extrusionOk="0">
                  <a:moveTo>
                    <a:pt x="1441" y="1"/>
                  </a:moveTo>
                  <a:lnTo>
                    <a:pt x="1" y="834"/>
                  </a:lnTo>
                  <a:lnTo>
                    <a:pt x="1" y="2096"/>
                  </a:lnTo>
                  <a:lnTo>
                    <a:pt x="1441" y="1263"/>
                  </a:lnTo>
                  <a:lnTo>
                    <a:pt x="14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7" name="Google Shape;1547;p25"/>
            <p:cNvSpPr/>
            <p:nvPr/>
          </p:nvSpPr>
          <p:spPr>
            <a:xfrm>
              <a:off x="2539979" y="2952464"/>
              <a:ext cx="128799" cy="118997"/>
            </a:xfrm>
            <a:custGeom>
              <a:avLst/>
              <a:gdLst/>
              <a:ahLst/>
              <a:cxnLst/>
              <a:rect l="l" t="t" r="r" b="b"/>
              <a:pathLst>
                <a:path w="2823" h="2608" extrusionOk="0">
                  <a:moveTo>
                    <a:pt x="1" y="1631"/>
                  </a:moveTo>
                  <a:lnTo>
                    <a:pt x="1" y="2608"/>
                  </a:lnTo>
                  <a:lnTo>
                    <a:pt x="2822" y="977"/>
                  </a:lnTo>
                  <a:lnTo>
                    <a:pt x="2822"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8" name="Google Shape;1548;p25"/>
            <p:cNvSpPr/>
            <p:nvPr/>
          </p:nvSpPr>
          <p:spPr>
            <a:xfrm>
              <a:off x="2553575" y="2969848"/>
              <a:ext cx="104892" cy="87514"/>
            </a:xfrm>
            <a:custGeom>
              <a:avLst/>
              <a:gdLst/>
              <a:ahLst/>
              <a:cxnLst/>
              <a:rect l="l" t="t" r="r" b="b"/>
              <a:pathLst>
                <a:path w="2299" h="1918" extrusionOk="0">
                  <a:moveTo>
                    <a:pt x="2298" y="0"/>
                  </a:moveTo>
                  <a:lnTo>
                    <a:pt x="2024" y="155"/>
                  </a:lnTo>
                  <a:lnTo>
                    <a:pt x="2024" y="393"/>
                  </a:lnTo>
                  <a:lnTo>
                    <a:pt x="2298" y="238"/>
                  </a:lnTo>
                  <a:lnTo>
                    <a:pt x="2298" y="0"/>
                  </a:lnTo>
                  <a:close/>
                  <a:moveTo>
                    <a:pt x="1893" y="238"/>
                  </a:moveTo>
                  <a:lnTo>
                    <a:pt x="1620" y="393"/>
                  </a:lnTo>
                  <a:lnTo>
                    <a:pt x="1620" y="631"/>
                  </a:lnTo>
                  <a:lnTo>
                    <a:pt x="1893" y="477"/>
                  </a:lnTo>
                  <a:lnTo>
                    <a:pt x="1893" y="238"/>
                  </a:lnTo>
                  <a:close/>
                  <a:moveTo>
                    <a:pt x="2298" y="357"/>
                  </a:moveTo>
                  <a:lnTo>
                    <a:pt x="2024" y="512"/>
                  </a:lnTo>
                  <a:lnTo>
                    <a:pt x="2024" y="750"/>
                  </a:lnTo>
                  <a:lnTo>
                    <a:pt x="2298" y="596"/>
                  </a:lnTo>
                  <a:lnTo>
                    <a:pt x="2298" y="357"/>
                  </a:lnTo>
                  <a:close/>
                  <a:moveTo>
                    <a:pt x="1489" y="465"/>
                  </a:moveTo>
                  <a:lnTo>
                    <a:pt x="1215" y="619"/>
                  </a:lnTo>
                  <a:lnTo>
                    <a:pt x="1215" y="858"/>
                  </a:lnTo>
                  <a:lnTo>
                    <a:pt x="1489" y="703"/>
                  </a:lnTo>
                  <a:lnTo>
                    <a:pt x="1489" y="465"/>
                  </a:lnTo>
                  <a:close/>
                  <a:moveTo>
                    <a:pt x="1893" y="584"/>
                  </a:moveTo>
                  <a:lnTo>
                    <a:pt x="1620" y="750"/>
                  </a:lnTo>
                  <a:lnTo>
                    <a:pt x="1620" y="988"/>
                  </a:lnTo>
                  <a:lnTo>
                    <a:pt x="1893" y="822"/>
                  </a:lnTo>
                  <a:lnTo>
                    <a:pt x="1893" y="584"/>
                  </a:lnTo>
                  <a:close/>
                  <a:moveTo>
                    <a:pt x="1084" y="703"/>
                  </a:moveTo>
                  <a:lnTo>
                    <a:pt x="810" y="858"/>
                  </a:lnTo>
                  <a:lnTo>
                    <a:pt x="810" y="1096"/>
                  </a:lnTo>
                  <a:lnTo>
                    <a:pt x="1084" y="941"/>
                  </a:lnTo>
                  <a:lnTo>
                    <a:pt x="1084" y="703"/>
                  </a:lnTo>
                  <a:close/>
                  <a:moveTo>
                    <a:pt x="1489" y="822"/>
                  </a:moveTo>
                  <a:lnTo>
                    <a:pt x="1215" y="977"/>
                  </a:lnTo>
                  <a:lnTo>
                    <a:pt x="1215" y="1215"/>
                  </a:lnTo>
                  <a:lnTo>
                    <a:pt x="1489" y="1060"/>
                  </a:lnTo>
                  <a:lnTo>
                    <a:pt x="1489" y="822"/>
                  </a:lnTo>
                  <a:close/>
                  <a:moveTo>
                    <a:pt x="679" y="929"/>
                  </a:moveTo>
                  <a:lnTo>
                    <a:pt x="405" y="1084"/>
                  </a:lnTo>
                  <a:lnTo>
                    <a:pt x="405" y="1322"/>
                  </a:lnTo>
                  <a:lnTo>
                    <a:pt x="679" y="1167"/>
                  </a:lnTo>
                  <a:lnTo>
                    <a:pt x="679" y="929"/>
                  </a:lnTo>
                  <a:close/>
                  <a:moveTo>
                    <a:pt x="1084" y="1048"/>
                  </a:moveTo>
                  <a:lnTo>
                    <a:pt x="810" y="1215"/>
                  </a:lnTo>
                  <a:lnTo>
                    <a:pt x="810" y="1453"/>
                  </a:lnTo>
                  <a:lnTo>
                    <a:pt x="1084" y="1286"/>
                  </a:lnTo>
                  <a:lnTo>
                    <a:pt x="1084" y="1048"/>
                  </a:lnTo>
                  <a:close/>
                  <a:moveTo>
                    <a:pt x="274" y="1167"/>
                  </a:moveTo>
                  <a:lnTo>
                    <a:pt x="0" y="1322"/>
                  </a:lnTo>
                  <a:lnTo>
                    <a:pt x="0" y="1560"/>
                  </a:lnTo>
                  <a:lnTo>
                    <a:pt x="274" y="1405"/>
                  </a:lnTo>
                  <a:lnTo>
                    <a:pt x="274" y="1167"/>
                  </a:lnTo>
                  <a:close/>
                  <a:moveTo>
                    <a:pt x="679" y="1286"/>
                  </a:moveTo>
                  <a:lnTo>
                    <a:pt x="405" y="1441"/>
                  </a:lnTo>
                  <a:lnTo>
                    <a:pt x="405" y="1679"/>
                  </a:lnTo>
                  <a:lnTo>
                    <a:pt x="679" y="1524"/>
                  </a:lnTo>
                  <a:lnTo>
                    <a:pt x="679" y="1286"/>
                  </a:lnTo>
                  <a:close/>
                  <a:moveTo>
                    <a:pt x="274" y="1512"/>
                  </a:moveTo>
                  <a:lnTo>
                    <a:pt x="0" y="1679"/>
                  </a:lnTo>
                  <a:lnTo>
                    <a:pt x="0" y="1917"/>
                  </a:lnTo>
                  <a:lnTo>
                    <a:pt x="274" y="1750"/>
                  </a:lnTo>
                  <a:lnTo>
                    <a:pt x="274" y="151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9" name="Google Shape;1549;p25"/>
            <p:cNvSpPr/>
            <p:nvPr/>
          </p:nvSpPr>
          <p:spPr>
            <a:xfrm>
              <a:off x="2467751" y="3060373"/>
              <a:ext cx="36409" cy="42479"/>
            </a:xfrm>
            <a:custGeom>
              <a:avLst/>
              <a:gdLst/>
              <a:ahLst/>
              <a:cxnLst/>
              <a:rect l="l" t="t" r="r" b="b"/>
              <a:pathLst>
                <a:path w="798" h="931" extrusionOk="0">
                  <a:moveTo>
                    <a:pt x="745" y="0"/>
                  </a:moveTo>
                  <a:cubicBezTo>
                    <a:pt x="735" y="0"/>
                    <a:pt x="725" y="2"/>
                    <a:pt x="715" y="5"/>
                  </a:cubicBezTo>
                  <a:lnTo>
                    <a:pt x="715" y="17"/>
                  </a:lnTo>
                  <a:cubicBezTo>
                    <a:pt x="667" y="40"/>
                    <a:pt x="643" y="88"/>
                    <a:pt x="643" y="147"/>
                  </a:cubicBezTo>
                  <a:cubicBezTo>
                    <a:pt x="643" y="182"/>
                    <a:pt x="662" y="204"/>
                    <a:pt x="686" y="204"/>
                  </a:cubicBezTo>
                  <a:cubicBezTo>
                    <a:pt x="695" y="204"/>
                    <a:pt x="705" y="202"/>
                    <a:pt x="715" y="195"/>
                  </a:cubicBezTo>
                  <a:cubicBezTo>
                    <a:pt x="762" y="159"/>
                    <a:pt x="786" y="112"/>
                    <a:pt x="798" y="64"/>
                  </a:cubicBezTo>
                  <a:cubicBezTo>
                    <a:pt x="798" y="18"/>
                    <a:pt x="776" y="0"/>
                    <a:pt x="745" y="0"/>
                  </a:cubicBezTo>
                  <a:close/>
                  <a:moveTo>
                    <a:pt x="433" y="186"/>
                  </a:moveTo>
                  <a:cubicBezTo>
                    <a:pt x="424" y="186"/>
                    <a:pt x="415" y="189"/>
                    <a:pt x="405" y="195"/>
                  </a:cubicBezTo>
                  <a:cubicBezTo>
                    <a:pt x="357" y="231"/>
                    <a:pt x="334" y="278"/>
                    <a:pt x="322" y="326"/>
                  </a:cubicBezTo>
                  <a:cubicBezTo>
                    <a:pt x="322" y="361"/>
                    <a:pt x="341" y="383"/>
                    <a:pt x="370" y="383"/>
                  </a:cubicBezTo>
                  <a:cubicBezTo>
                    <a:pt x="380" y="383"/>
                    <a:pt x="392" y="380"/>
                    <a:pt x="405" y="374"/>
                  </a:cubicBezTo>
                  <a:cubicBezTo>
                    <a:pt x="453" y="350"/>
                    <a:pt x="476" y="290"/>
                    <a:pt x="476" y="243"/>
                  </a:cubicBezTo>
                  <a:cubicBezTo>
                    <a:pt x="476" y="208"/>
                    <a:pt x="457" y="186"/>
                    <a:pt x="433" y="186"/>
                  </a:cubicBezTo>
                  <a:close/>
                  <a:moveTo>
                    <a:pt x="750" y="352"/>
                  </a:moveTo>
                  <a:cubicBezTo>
                    <a:pt x="739" y="352"/>
                    <a:pt x="727" y="355"/>
                    <a:pt x="715" y="362"/>
                  </a:cubicBezTo>
                  <a:lnTo>
                    <a:pt x="715" y="374"/>
                  </a:lnTo>
                  <a:cubicBezTo>
                    <a:pt x="667" y="398"/>
                    <a:pt x="643" y="445"/>
                    <a:pt x="643" y="505"/>
                  </a:cubicBezTo>
                  <a:cubicBezTo>
                    <a:pt x="643" y="536"/>
                    <a:pt x="659" y="552"/>
                    <a:pt x="680" y="552"/>
                  </a:cubicBezTo>
                  <a:cubicBezTo>
                    <a:pt x="691" y="552"/>
                    <a:pt x="703" y="548"/>
                    <a:pt x="715" y="540"/>
                  </a:cubicBezTo>
                  <a:cubicBezTo>
                    <a:pt x="762" y="517"/>
                    <a:pt x="786" y="469"/>
                    <a:pt x="798" y="409"/>
                  </a:cubicBezTo>
                  <a:cubicBezTo>
                    <a:pt x="798" y="375"/>
                    <a:pt x="779" y="352"/>
                    <a:pt x="750" y="352"/>
                  </a:cubicBezTo>
                  <a:close/>
                  <a:moveTo>
                    <a:pt x="105" y="376"/>
                  </a:moveTo>
                  <a:cubicBezTo>
                    <a:pt x="95" y="376"/>
                    <a:pt x="84" y="379"/>
                    <a:pt x="72" y="386"/>
                  </a:cubicBezTo>
                  <a:cubicBezTo>
                    <a:pt x="24" y="421"/>
                    <a:pt x="0" y="469"/>
                    <a:pt x="0" y="517"/>
                  </a:cubicBezTo>
                  <a:cubicBezTo>
                    <a:pt x="0" y="551"/>
                    <a:pt x="19" y="574"/>
                    <a:pt x="44" y="574"/>
                  </a:cubicBezTo>
                  <a:cubicBezTo>
                    <a:pt x="52" y="574"/>
                    <a:pt x="62" y="571"/>
                    <a:pt x="72" y="564"/>
                  </a:cubicBezTo>
                  <a:cubicBezTo>
                    <a:pt x="119" y="540"/>
                    <a:pt x="143" y="481"/>
                    <a:pt x="143" y="433"/>
                  </a:cubicBezTo>
                  <a:cubicBezTo>
                    <a:pt x="143" y="398"/>
                    <a:pt x="130" y="376"/>
                    <a:pt x="105" y="376"/>
                  </a:cubicBezTo>
                  <a:close/>
                  <a:moveTo>
                    <a:pt x="438" y="541"/>
                  </a:moveTo>
                  <a:cubicBezTo>
                    <a:pt x="428" y="541"/>
                    <a:pt x="416" y="545"/>
                    <a:pt x="405" y="552"/>
                  </a:cubicBezTo>
                  <a:cubicBezTo>
                    <a:pt x="357" y="576"/>
                    <a:pt x="334" y="624"/>
                    <a:pt x="322" y="683"/>
                  </a:cubicBezTo>
                  <a:cubicBezTo>
                    <a:pt x="322" y="718"/>
                    <a:pt x="341" y="740"/>
                    <a:pt x="370" y="740"/>
                  </a:cubicBezTo>
                  <a:cubicBezTo>
                    <a:pt x="380" y="740"/>
                    <a:pt x="392" y="737"/>
                    <a:pt x="405" y="731"/>
                  </a:cubicBezTo>
                  <a:cubicBezTo>
                    <a:pt x="453" y="695"/>
                    <a:pt x="476" y="648"/>
                    <a:pt x="476" y="600"/>
                  </a:cubicBezTo>
                  <a:cubicBezTo>
                    <a:pt x="476" y="559"/>
                    <a:pt x="460" y="541"/>
                    <a:pt x="438" y="541"/>
                  </a:cubicBezTo>
                  <a:close/>
                  <a:moveTo>
                    <a:pt x="100" y="727"/>
                  </a:moveTo>
                  <a:cubicBezTo>
                    <a:pt x="92" y="727"/>
                    <a:pt x="82" y="728"/>
                    <a:pt x="72" y="731"/>
                  </a:cubicBezTo>
                  <a:lnTo>
                    <a:pt x="72" y="743"/>
                  </a:lnTo>
                  <a:cubicBezTo>
                    <a:pt x="24" y="767"/>
                    <a:pt x="0" y="814"/>
                    <a:pt x="0" y="874"/>
                  </a:cubicBezTo>
                  <a:cubicBezTo>
                    <a:pt x="0" y="909"/>
                    <a:pt x="19" y="931"/>
                    <a:pt x="44" y="931"/>
                  </a:cubicBezTo>
                  <a:cubicBezTo>
                    <a:pt x="52" y="931"/>
                    <a:pt x="62" y="928"/>
                    <a:pt x="72" y="921"/>
                  </a:cubicBezTo>
                  <a:cubicBezTo>
                    <a:pt x="119" y="886"/>
                    <a:pt x="143" y="838"/>
                    <a:pt x="143" y="790"/>
                  </a:cubicBezTo>
                  <a:cubicBezTo>
                    <a:pt x="143" y="744"/>
                    <a:pt x="129" y="727"/>
                    <a:pt x="100" y="72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0" name="Google Shape;1550;p25"/>
            <p:cNvSpPr/>
            <p:nvPr/>
          </p:nvSpPr>
          <p:spPr>
            <a:xfrm>
              <a:off x="2168390" y="2896480"/>
              <a:ext cx="512871" cy="318389"/>
            </a:xfrm>
            <a:custGeom>
              <a:avLst/>
              <a:gdLst/>
              <a:ahLst/>
              <a:cxnLst/>
              <a:rect l="l" t="t" r="r" b="b"/>
              <a:pathLst>
                <a:path w="11241" h="6978" extrusionOk="0">
                  <a:moveTo>
                    <a:pt x="11240" y="489"/>
                  </a:moveTo>
                  <a:lnTo>
                    <a:pt x="10371" y="1"/>
                  </a:lnTo>
                  <a:lnTo>
                    <a:pt x="1" y="5990"/>
                  </a:lnTo>
                  <a:lnTo>
                    <a:pt x="1" y="6978"/>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1" name="Google Shape;1551;p25"/>
            <p:cNvSpPr/>
            <p:nvPr/>
          </p:nvSpPr>
          <p:spPr>
            <a:xfrm>
              <a:off x="2168390" y="2782412"/>
              <a:ext cx="512871" cy="387377"/>
            </a:xfrm>
            <a:custGeom>
              <a:avLst/>
              <a:gdLst/>
              <a:ahLst/>
              <a:cxnLst/>
              <a:rect l="l" t="t" r="r" b="b"/>
              <a:pathLst>
                <a:path w="11241" h="8490" extrusionOk="0">
                  <a:moveTo>
                    <a:pt x="1" y="6490"/>
                  </a:moveTo>
                  <a:lnTo>
                    <a:pt x="1" y="8490"/>
                  </a:lnTo>
                  <a:lnTo>
                    <a:pt x="11240" y="2001"/>
                  </a:lnTo>
                  <a:lnTo>
                    <a:pt x="11240"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2" name="Google Shape;1552;p25"/>
            <p:cNvSpPr/>
            <p:nvPr/>
          </p:nvSpPr>
          <p:spPr>
            <a:xfrm>
              <a:off x="2200466" y="2956799"/>
              <a:ext cx="221646" cy="169004"/>
            </a:xfrm>
            <a:custGeom>
              <a:avLst/>
              <a:gdLst/>
              <a:ahLst/>
              <a:cxnLst/>
              <a:rect l="l" t="t" r="r" b="b"/>
              <a:pathLst>
                <a:path w="4858" h="3704" extrusionOk="0">
                  <a:moveTo>
                    <a:pt x="0" y="2798"/>
                  </a:moveTo>
                  <a:lnTo>
                    <a:pt x="0" y="3703"/>
                  </a:lnTo>
                  <a:lnTo>
                    <a:pt x="4858" y="905"/>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3" name="Google Shape;1553;p25"/>
            <p:cNvSpPr/>
            <p:nvPr/>
          </p:nvSpPr>
          <p:spPr>
            <a:xfrm>
              <a:off x="2453059" y="2894335"/>
              <a:ext cx="65791" cy="95088"/>
            </a:xfrm>
            <a:custGeom>
              <a:avLst/>
              <a:gdLst/>
              <a:ahLst/>
              <a:cxnLst/>
              <a:rect l="l" t="t" r="r" b="b"/>
              <a:pathLst>
                <a:path w="1442" h="2084" extrusionOk="0">
                  <a:moveTo>
                    <a:pt x="1441" y="0"/>
                  </a:moveTo>
                  <a:lnTo>
                    <a:pt x="1" y="822"/>
                  </a:lnTo>
                  <a:lnTo>
                    <a:pt x="1" y="2084"/>
                  </a:lnTo>
                  <a:lnTo>
                    <a:pt x="1441" y="1250"/>
                  </a:lnTo>
                  <a:lnTo>
                    <a:pt x="14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4" name="Google Shape;1554;p25"/>
            <p:cNvSpPr/>
            <p:nvPr/>
          </p:nvSpPr>
          <p:spPr>
            <a:xfrm>
              <a:off x="2539979" y="2816085"/>
              <a:ext cx="128799" cy="119042"/>
            </a:xfrm>
            <a:custGeom>
              <a:avLst/>
              <a:gdLst/>
              <a:ahLst/>
              <a:cxnLst/>
              <a:rect l="l" t="t" r="r" b="b"/>
              <a:pathLst>
                <a:path w="2823" h="2609" extrusionOk="0">
                  <a:moveTo>
                    <a:pt x="1" y="1632"/>
                  </a:moveTo>
                  <a:lnTo>
                    <a:pt x="1" y="2608"/>
                  </a:lnTo>
                  <a:lnTo>
                    <a:pt x="2822" y="977"/>
                  </a:lnTo>
                  <a:lnTo>
                    <a:pt x="2822"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5" name="Google Shape;1555;p25"/>
            <p:cNvSpPr/>
            <p:nvPr/>
          </p:nvSpPr>
          <p:spPr>
            <a:xfrm>
              <a:off x="2553575" y="2832921"/>
              <a:ext cx="104892" cy="87514"/>
            </a:xfrm>
            <a:custGeom>
              <a:avLst/>
              <a:gdLst/>
              <a:ahLst/>
              <a:cxnLst/>
              <a:rect l="l" t="t" r="r" b="b"/>
              <a:pathLst>
                <a:path w="2299" h="1918" extrusionOk="0">
                  <a:moveTo>
                    <a:pt x="2298" y="1"/>
                  </a:moveTo>
                  <a:lnTo>
                    <a:pt x="2024" y="168"/>
                  </a:lnTo>
                  <a:lnTo>
                    <a:pt x="2024" y="406"/>
                  </a:lnTo>
                  <a:lnTo>
                    <a:pt x="2298" y="239"/>
                  </a:lnTo>
                  <a:lnTo>
                    <a:pt x="2298" y="1"/>
                  </a:lnTo>
                  <a:close/>
                  <a:moveTo>
                    <a:pt x="1893" y="239"/>
                  </a:moveTo>
                  <a:lnTo>
                    <a:pt x="1620" y="394"/>
                  </a:lnTo>
                  <a:lnTo>
                    <a:pt x="1620" y="632"/>
                  </a:lnTo>
                  <a:lnTo>
                    <a:pt x="1893" y="477"/>
                  </a:lnTo>
                  <a:lnTo>
                    <a:pt x="1893" y="239"/>
                  </a:lnTo>
                  <a:close/>
                  <a:moveTo>
                    <a:pt x="2298" y="358"/>
                  </a:moveTo>
                  <a:lnTo>
                    <a:pt x="2024" y="513"/>
                  </a:lnTo>
                  <a:lnTo>
                    <a:pt x="2024" y="751"/>
                  </a:lnTo>
                  <a:lnTo>
                    <a:pt x="2298" y="584"/>
                  </a:lnTo>
                  <a:lnTo>
                    <a:pt x="2298" y="358"/>
                  </a:lnTo>
                  <a:close/>
                  <a:moveTo>
                    <a:pt x="1489" y="477"/>
                  </a:moveTo>
                  <a:lnTo>
                    <a:pt x="1215" y="632"/>
                  </a:lnTo>
                  <a:lnTo>
                    <a:pt x="1215" y="870"/>
                  </a:lnTo>
                  <a:lnTo>
                    <a:pt x="1489" y="715"/>
                  </a:lnTo>
                  <a:lnTo>
                    <a:pt x="1489" y="477"/>
                  </a:lnTo>
                  <a:close/>
                  <a:moveTo>
                    <a:pt x="1893" y="584"/>
                  </a:moveTo>
                  <a:lnTo>
                    <a:pt x="1620" y="751"/>
                  </a:lnTo>
                  <a:lnTo>
                    <a:pt x="1620" y="989"/>
                  </a:lnTo>
                  <a:lnTo>
                    <a:pt x="1893" y="822"/>
                  </a:lnTo>
                  <a:lnTo>
                    <a:pt x="1893" y="584"/>
                  </a:lnTo>
                  <a:close/>
                  <a:moveTo>
                    <a:pt x="1084" y="703"/>
                  </a:moveTo>
                  <a:lnTo>
                    <a:pt x="810" y="858"/>
                  </a:lnTo>
                  <a:lnTo>
                    <a:pt x="810" y="1108"/>
                  </a:lnTo>
                  <a:lnTo>
                    <a:pt x="1084" y="942"/>
                  </a:lnTo>
                  <a:lnTo>
                    <a:pt x="1084" y="703"/>
                  </a:lnTo>
                  <a:close/>
                  <a:moveTo>
                    <a:pt x="1489" y="822"/>
                  </a:moveTo>
                  <a:lnTo>
                    <a:pt x="1215" y="977"/>
                  </a:lnTo>
                  <a:lnTo>
                    <a:pt x="1215" y="1215"/>
                  </a:lnTo>
                  <a:lnTo>
                    <a:pt x="1489" y="1061"/>
                  </a:lnTo>
                  <a:lnTo>
                    <a:pt x="1489" y="822"/>
                  </a:lnTo>
                  <a:close/>
                  <a:moveTo>
                    <a:pt x="679" y="942"/>
                  </a:moveTo>
                  <a:lnTo>
                    <a:pt x="405" y="1096"/>
                  </a:lnTo>
                  <a:lnTo>
                    <a:pt x="405" y="1334"/>
                  </a:lnTo>
                  <a:lnTo>
                    <a:pt x="679" y="1180"/>
                  </a:lnTo>
                  <a:lnTo>
                    <a:pt x="679" y="942"/>
                  </a:lnTo>
                  <a:close/>
                  <a:moveTo>
                    <a:pt x="1084" y="1049"/>
                  </a:moveTo>
                  <a:lnTo>
                    <a:pt x="810" y="1215"/>
                  </a:lnTo>
                  <a:lnTo>
                    <a:pt x="810" y="1453"/>
                  </a:lnTo>
                  <a:lnTo>
                    <a:pt x="1084" y="1287"/>
                  </a:lnTo>
                  <a:lnTo>
                    <a:pt x="1084" y="1049"/>
                  </a:lnTo>
                  <a:close/>
                  <a:moveTo>
                    <a:pt x="274" y="1168"/>
                  </a:moveTo>
                  <a:lnTo>
                    <a:pt x="0" y="1311"/>
                  </a:lnTo>
                  <a:lnTo>
                    <a:pt x="0" y="1549"/>
                  </a:lnTo>
                  <a:lnTo>
                    <a:pt x="274" y="1406"/>
                  </a:lnTo>
                  <a:lnTo>
                    <a:pt x="274" y="1168"/>
                  </a:lnTo>
                  <a:close/>
                  <a:moveTo>
                    <a:pt x="679" y="1287"/>
                  </a:moveTo>
                  <a:lnTo>
                    <a:pt x="405" y="1442"/>
                  </a:lnTo>
                  <a:lnTo>
                    <a:pt x="405" y="1680"/>
                  </a:lnTo>
                  <a:lnTo>
                    <a:pt x="679" y="1525"/>
                  </a:lnTo>
                  <a:lnTo>
                    <a:pt x="679" y="1287"/>
                  </a:lnTo>
                  <a:close/>
                  <a:moveTo>
                    <a:pt x="274" y="1513"/>
                  </a:moveTo>
                  <a:lnTo>
                    <a:pt x="0" y="1680"/>
                  </a:lnTo>
                  <a:lnTo>
                    <a:pt x="0" y="1918"/>
                  </a:lnTo>
                  <a:lnTo>
                    <a:pt x="274" y="1751"/>
                  </a:lnTo>
                  <a:lnTo>
                    <a:pt x="274" y="151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6" name="Google Shape;1556;p25"/>
            <p:cNvSpPr/>
            <p:nvPr/>
          </p:nvSpPr>
          <p:spPr>
            <a:xfrm>
              <a:off x="2467751" y="2923765"/>
              <a:ext cx="36409" cy="42205"/>
            </a:xfrm>
            <a:custGeom>
              <a:avLst/>
              <a:gdLst/>
              <a:ahLst/>
              <a:cxnLst/>
              <a:rect l="l" t="t" r="r" b="b"/>
              <a:pathLst>
                <a:path w="798" h="925" extrusionOk="0">
                  <a:moveTo>
                    <a:pt x="750" y="1"/>
                  </a:moveTo>
                  <a:cubicBezTo>
                    <a:pt x="739" y="1"/>
                    <a:pt x="727" y="4"/>
                    <a:pt x="715" y="10"/>
                  </a:cubicBezTo>
                  <a:cubicBezTo>
                    <a:pt x="667" y="34"/>
                    <a:pt x="643" y="82"/>
                    <a:pt x="643" y="141"/>
                  </a:cubicBezTo>
                  <a:cubicBezTo>
                    <a:pt x="643" y="178"/>
                    <a:pt x="664" y="193"/>
                    <a:pt x="690" y="193"/>
                  </a:cubicBezTo>
                  <a:cubicBezTo>
                    <a:pt x="698" y="193"/>
                    <a:pt x="706" y="192"/>
                    <a:pt x="715" y="189"/>
                  </a:cubicBezTo>
                  <a:cubicBezTo>
                    <a:pt x="762" y="153"/>
                    <a:pt x="786" y="105"/>
                    <a:pt x="798" y="58"/>
                  </a:cubicBezTo>
                  <a:cubicBezTo>
                    <a:pt x="798" y="23"/>
                    <a:pt x="779" y="1"/>
                    <a:pt x="750" y="1"/>
                  </a:cubicBezTo>
                  <a:close/>
                  <a:moveTo>
                    <a:pt x="433" y="179"/>
                  </a:moveTo>
                  <a:cubicBezTo>
                    <a:pt x="424" y="179"/>
                    <a:pt x="415" y="182"/>
                    <a:pt x="405" y="189"/>
                  </a:cubicBezTo>
                  <a:cubicBezTo>
                    <a:pt x="357" y="224"/>
                    <a:pt x="334" y="272"/>
                    <a:pt x="322" y="320"/>
                  </a:cubicBezTo>
                  <a:cubicBezTo>
                    <a:pt x="322" y="355"/>
                    <a:pt x="341" y="377"/>
                    <a:pt x="370" y="377"/>
                  </a:cubicBezTo>
                  <a:cubicBezTo>
                    <a:pt x="380" y="377"/>
                    <a:pt x="392" y="374"/>
                    <a:pt x="405" y="367"/>
                  </a:cubicBezTo>
                  <a:cubicBezTo>
                    <a:pt x="453" y="344"/>
                    <a:pt x="476" y="284"/>
                    <a:pt x="476" y="236"/>
                  </a:cubicBezTo>
                  <a:cubicBezTo>
                    <a:pt x="476" y="202"/>
                    <a:pt x="457" y="179"/>
                    <a:pt x="433" y="179"/>
                  </a:cubicBezTo>
                  <a:close/>
                  <a:moveTo>
                    <a:pt x="757" y="355"/>
                  </a:moveTo>
                  <a:cubicBezTo>
                    <a:pt x="745" y="355"/>
                    <a:pt x="730" y="359"/>
                    <a:pt x="715" y="367"/>
                  </a:cubicBezTo>
                  <a:cubicBezTo>
                    <a:pt x="667" y="391"/>
                    <a:pt x="643" y="439"/>
                    <a:pt x="643" y="486"/>
                  </a:cubicBezTo>
                  <a:cubicBezTo>
                    <a:pt x="643" y="521"/>
                    <a:pt x="662" y="543"/>
                    <a:pt x="686" y="543"/>
                  </a:cubicBezTo>
                  <a:cubicBezTo>
                    <a:pt x="695" y="543"/>
                    <a:pt x="705" y="540"/>
                    <a:pt x="715" y="534"/>
                  </a:cubicBezTo>
                  <a:cubicBezTo>
                    <a:pt x="762" y="510"/>
                    <a:pt x="786" y="463"/>
                    <a:pt x="798" y="403"/>
                  </a:cubicBezTo>
                  <a:cubicBezTo>
                    <a:pt x="798" y="371"/>
                    <a:pt x="782" y="355"/>
                    <a:pt x="757" y="355"/>
                  </a:cubicBezTo>
                  <a:close/>
                  <a:moveTo>
                    <a:pt x="105" y="370"/>
                  </a:moveTo>
                  <a:cubicBezTo>
                    <a:pt x="95" y="370"/>
                    <a:pt x="84" y="373"/>
                    <a:pt x="72" y="379"/>
                  </a:cubicBezTo>
                  <a:cubicBezTo>
                    <a:pt x="24" y="415"/>
                    <a:pt x="0" y="463"/>
                    <a:pt x="0" y="510"/>
                  </a:cubicBezTo>
                  <a:cubicBezTo>
                    <a:pt x="0" y="545"/>
                    <a:pt x="19" y="567"/>
                    <a:pt x="44" y="567"/>
                  </a:cubicBezTo>
                  <a:cubicBezTo>
                    <a:pt x="52" y="567"/>
                    <a:pt x="62" y="564"/>
                    <a:pt x="72" y="558"/>
                  </a:cubicBezTo>
                  <a:cubicBezTo>
                    <a:pt x="119" y="534"/>
                    <a:pt x="143" y="475"/>
                    <a:pt x="143" y="427"/>
                  </a:cubicBezTo>
                  <a:cubicBezTo>
                    <a:pt x="143" y="392"/>
                    <a:pt x="130" y="370"/>
                    <a:pt x="105" y="370"/>
                  </a:cubicBezTo>
                  <a:close/>
                  <a:moveTo>
                    <a:pt x="433" y="537"/>
                  </a:moveTo>
                  <a:cubicBezTo>
                    <a:pt x="424" y="537"/>
                    <a:pt x="415" y="540"/>
                    <a:pt x="405" y="546"/>
                  </a:cubicBezTo>
                  <a:cubicBezTo>
                    <a:pt x="357" y="570"/>
                    <a:pt x="334" y="617"/>
                    <a:pt x="322" y="677"/>
                  </a:cubicBezTo>
                  <a:cubicBezTo>
                    <a:pt x="322" y="712"/>
                    <a:pt x="341" y="734"/>
                    <a:pt x="370" y="734"/>
                  </a:cubicBezTo>
                  <a:cubicBezTo>
                    <a:pt x="380" y="734"/>
                    <a:pt x="392" y="731"/>
                    <a:pt x="405" y="725"/>
                  </a:cubicBezTo>
                  <a:cubicBezTo>
                    <a:pt x="453" y="689"/>
                    <a:pt x="476" y="641"/>
                    <a:pt x="476" y="594"/>
                  </a:cubicBezTo>
                  <a:cubicBezTo>
                    <a:pt x="476" y="559"/>
                    <a:pt x="457" y="537"/>
                    <a:pt x="433" y="537"/>
                  </a:cubicBezTo>
                  <a:close/>
                  <a:moveTo>
                    <a:pt x="105" y="727"/>
                  </a:moveTo>
                  <a:cubicBezTo>
                    <a:pt x="95" y="727"/>
                    <a:pt x="84" y="730"/>
                    <a:pt x="72" y="736"/>
                  </a:cubicBezTo>
                  <a:cubicBezTo>
                    <a:pt x="24" y="760"/>
                    <a:pt x="0" y="808"/>
                    <a:pt x="0" y="867"/>
                  </a:cubicBezTo>
                  <a:cubicBezTo>
                    <a:pt x="0" y="902"/>
                    <a:pt x="19" y="924"/>
                    <a:pt x="44" y="924"/>
                  </a:cubicBezTo>
                  <a:cubicBezTo>
                    <a:pt x="52" y="924"/>
                    <a:pt x="62" y="921"/>
                    <a:pt x="72" y="915"/>
                  </a:cubicBezTo>
                  <a:cubicBezTo>
                    <a:pt x="119" y="879"/>
                    <a:pt x="143" y="832"/>
                    <a:pt x="143" y="784"/>
                  </a:cubicBezTo>
                  <a:cubicBezTo>
                    <a:pt x="143" y="749"/>
                    <a:pt x="130" y="727"/>
                    <a:pt x="105" y="72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7" name="Google Shape;1557;p25"/>
            <p:cNvSpPr/>
            <p:nvPr/>
          </p:nvSpPr>
          <p:spPr>
            <a:xfrm>
              <a:off x="2168390" y="2759599"/>
              <a:ext cx="512871" cy="318936"/>
            </a:xfrm>
            <a:custGeom>
              <a:avLst/>
              <a:gdLst/>
              <a:ahLst/>
              <a:cxnLst/>
              <a:rect l="l" t="t" r="r" b="b"/>
              <a:pathLst>
                <a:path w="11241" h="6990" extrusionOk="0">
                  <a:moveTo>
                    <a:pt x="11240" y="501"/>
                  </a:moveTo>
                  <a:lnTo>
                    <a:pt x="10371" y="1"/>
                  </a:lnTo>
                  <a:lnTo>
                    <a:pt x="1" y="5989"/>
                  </a:lnTo>
                  <a:lnTo>
                    <a:pt x="1" y="6990"/>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8" name="Google Shape;1558;p25"/>
            <p:cNvSpPr/>
            <p:nvPr/>
          </p:nvSpPr>
          <p:spPr>
            <a:xfrm>
              <a:off x="2168390" y="2645531"/>
              <a:ext cx="512871" cy="387377"/>
            </a:xfrm>
            <a:custGeom>
              <a:avLst/>
              <a:gdLst/>
              <a:ahLst/>
              <a:cxnLst/>
              <a:rect l="l" t="t" r="r" b="b"/>
              <a:pathLst>
                <a:path w="11241" h="8490" extrusionOk="0">
                  <a:moveTo>
                    <a:pt x="1" y="6489"/>
                  </a:moveTo>
                  <a:lnTo>
                    <a:pt x="1" y="8489"/>
                  </a:lnTo>
                  <a:lnTo>
                    <a:pt x="11240" y="2001"/>
                  </a:lnTo>
                  <a:lnTo>
                    <a:pt x="11240"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9" name="Google Shape;1559;p25"/>
            <p:cNvSpPr/>
            <p:nvPr/>
          </p:nvSpPr>
          <p:spPr>
            <a:xfrm>
              <a:off x="2200466" y="2819918"/>
              <a:ext cx="221646" cy="168959"/>
            </a:xfrm>
            <a:custGeom>
              <a:avLst/>
              <a:gdLst/>
              <a:ahLst/>
              <a:cxnLst/>
              <a:rect l="l" t="t" r="r" b="b"/>
              <a:pathLst>
                <a:path w="4858" h="3703" extrusionOk="0">
                  <a:moveTo>
                    <a:pt x="0" y="2798"/>
                  </a:moveTo>
                  <a:lnTo>
                    <a:pt x="0" y="3703"/>
                  </a:lnTo>
                  <a:lnTo>
                    <a:pt x="4858" y="905"/>
                  </a:lnTo>
                  <a:lnTo>
                    <a:pt x="4858" y="0"/>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0" name="Google Shape;1560;p25"/>
            <p:cNvSpPr/>
            <p:nvPr/>
          </p:nvSpPr>
          <p:spPr>
            <a:xfrm>
              <a:off x="2453059" y="2757408"/>
              <a:ext cx="65791" cy="95681"/>
            </a:xfrm>
            <a:custGeom>
              <a:avLst/>
              <a:gdLst/>
              <a:ahLst/>
              <a:cxnLst/>
              <a:rect l="l" t="t" r="r" b="b"/>
              <a:pathLst>
                <a:path w="1442" h="2097" extrusionOk="0">
                  <a:moveTo>
                    <a:pt x="1441" y="1"/>
                  </a:moveTo>
                  <a:lnTo>
                    <a:pt x="1" y="834"/>
                  </a:lnTo>
                  <a:lnTo>
                    <a:pt x="1" y="2096"/>
                  </a:lnTo>
                  <a:lnTo>
                    <a:pt x="1441" y="1263"/>
                  </a:lnTo>
                  <a:lnTo>
                    <a:pt x="14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1" name="Google Shape;1561;p25"/>
            <p:cNvSpPr/>
            <p:nvPr/>
          </p:nvSpPr>
          <p:spPr>
            <a:xfrm>
              <a:off x="2539979" y="2679204"/>
              <a:ext cx="128799" cy="118997"/>
            </a:xfrm>
            <a:custGeom>
              <a:avLst/>
              <a:gdLst/>
              <a:ahLst/>
              <a:cxnLst/>
              <a:rect l="l" t="t" r="r" b="b"/>
              <a:pathLst>
                <a:path w="2823" h="2608" extrusionOk="0">
                  <a:moveTo>
                    <a:pt x="1" y="1632"/>
                  </a:moveTo>
                  <a:lnTo>
                    <a:pt x="1" y="2608"/>
                  </a:lnTo>
                  <a:lnTo>
                    <a:pt x="2822" y="977"/>
                  </a:lnTo>
                  <a:lnTo>
                    <a:pt x="2822"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2" name="Google Shape;1562;p25"/>
            <p:cNvSpPr/>
            <p:nvPr/>
          </p:nvSpPr>
          <p:spPr>
            <a:xfrm>
              <a:off x="2553575" y="2696587"/>
              <a:ext cx="104892" cy="86966"/>
            </a:xfrm>
            <a:custGeom>
              <a:avLst/>
              <a:gdLst/>
              <a:ahLst/>
              <a:cxnLst/>
              <a:rect l="l" t="t" r="r" b="b"/>
              <a:pathLst>
                <a:path w="2299" h="1906" extrusionOk="0">
                  <a:moveTo>
                    <a:pt x="2298" y="0"/>
                  </a:moveTo>
                  <a:lnTo>
                    <a:pt x="2024" y="155"/>
                  </a:lnTo>
                  <a:lnTo>
                    <a:pt x="2024" y="393"/>
                  </a:lnTo>
                  <a:lnTo>
                    <a:pt x="2298" y="239"/>
                  </a:lnTo>
                  <a:lnTo>
                    <a:pt x="2298" y="0"/>
                  </a:lnTo>
                  <a:close/>
                  <a:moveTo>
                    <a:pt x="1893" y="239"/>
                  </a:moveTo>
                  <a:lnTo>
                    <a:pt x="1620" y="393"/>
                  </a:lnTo>
                  <a:lnTo>
                    <a:pt x="1620" y="631"/>
                  </a:lnTo>
                  <a:lnTo>
                    <a:pt x="1893" y="477"/>
                  </a:lnTo>
                  <a:lnTo>
                    <a:pt x="1893" y="239"/>
                  </a:lnTo>
                  <a:close/>
                  <a:moveTo>
                    <a:pt x="2298" y="346"/>
                  </a:moveTo>
                  <a:lnTo>
                    <a:pt x="2024" y="501"/>
                  </a:lnTo>
                  <a:lnTo>
                    <a:pt x="2024" y="739"/>
                  </a:lnTo>
                  <a:lnTo>
                    <a:pt x="2298" y="584"/>
                  </a:lnTo>
                  <a:lnTo>
                    <a:pt x="2298" y="346"/>
                  </a:lnTo>
                  <a:close/>
                  <a:moveTo>
                    <a:pt x="1489" y="465"/>
                  </a:moveTo>
                  <a:lnTo>
                    <a:pt x="1215" y="620"/>
                  </a:lnTo>
                  <a:lnTo>
                    <a:pt x="1215" y="858"/>
                  </a:lnTo>
                  <a:lnTo>
                    <a:pt x="1489" y="703"/>
                  </a:lnTo>
                  <a:lnTo>
                    <a:pt x="1489" y="465"/>
                  </a:lnTo>
                  <a:close/>
                  <a:moveTo>
                    <a:pt x="1893" y="584"/>
                  </a:moveTo>
                  <a:lnTo>
                    <a:pt x="1620" y="739"/>
                  </a:lnTo>
                  <a:lnTo>
                    <a:pt x="1620" y="977"/>
                  </a:lnTo>
                  <a:lnTo>
                    <a:pt x="1893" y="822"/>
                  </a:lnTo>
                  <a:lnTo>
                    <a:pt x="1893" y="584"/>
                  </a:lnTo>
                  <a:close/>
                  <a:moveTo>
                    <a:pt x="1084" y="703"/>
                  </a:moveTo>
                  <a:lnTo>
                    <a:pt x="810" y="858"/>
                  </a:lnTo>
                  <a:lnTo>
                    <a:pt x="810" y="1096"/>
                  </a:lnTo>
                  <a:lnTo>
                    <a:pt x="1084" y="941"/>
                  </a:lnTo>
                  <a:lnTo>
                    <a:pt x="1084" y="703"/>
                  </a:lnTo>
                  <a:close/>
                  <a:moveTo>
                    <a:pt x="1489" y="822"/>
                  </a:moveTo>
                  <a:lnTo>
                    <a:pt x="1215" y="977"/>
                  </a:lnTo>
                  <a:lnTo>
                    <a:pt x="1215" y="1215"/>
                  </a:lnTo>
                  <a:lnTo>
                    <a:pt x="1489" y="1048"/>
                  </a:lnTo>
                  <a:lnTo>
                    <a:pt x="1489" y="822"/>
                  </a:lnTo>
                  <a:close/>
                  <a:moveTo>
                    <a:pt x="679" y="929"/>
                  </a:moveTo>
                  <a:lnTo>
                    <a:pt x="405" y="1084"/>
                  </a:lnTo>
                  <a:lnTo>
                    <a:pt x="405" y="1322"/>
                  </a:lnTo>
                  <a:lnTo>
                    <a:pt x="679" y="1167"/>
                  </a:lnTo>
                  <a:lnTo>
                    <a:pt x="679" y="929"/>
                  </a:lnTo>
                  <a:close/>
                  <a:moveTo>
                    <a:pt x="1084" y="1048"/>
                  </a:moveTo>
                  <a:lnTo>
                    <a:pt x="810" y="1203"/>
                  </a:lnTo>
                  <a:lnTo>
                    <a:pt x="810" y="1441"/>
                  </a:lnTo>
                  <a:lnTo>
                    <a:pt x="1084" y="1286"/>
                  </a:lnTo>
                  <a:lnTo>
                    <a:pt x="1084" y="1048"/>
                  </a:lnTo>
                  <a:close/>
                  <a:moveTo>
                    <a:pt x="274" y="1167"/>
                  </a:moveTo>
                  <a:lnTo>
                    <a:pt x="0" y="1322"/>
                  </a:lnTo>
                  <a:lnTo>
                    <a:pt x="0" y="1560"/>
                  </a:lnTo>
                  <a:lnTo>
                    <a:pt x="274" y="1405"/>
                  </a:lnTo>
                  <a:lnTo>
                    <a:pt x="274" y="1167"/>
                  </a:lnTo>
                  <a:close/>
                  <a:moveTo>
                    <a:pt x="679" y="1274"/>
                  </a:moveTo>
                  <a:lnTo>
                    <a:pt x="405" y="1441"/>
                  </a:lnTo>
                  <a:lnTo>
                    <a:pt x="405" y="1679"/>
                  </a:lnTo>
                  <a:lnTo>
                    <a:pt x="679" y="1513"/>
                  </a:lnTo>
                  <a:lnTo>
                    <a:pt x="679" y="1274"/>
                  </a:lnTo>
                  <a:close/>
                  <a:moveTo>
                    <a:pt x="274" y="1513"/>
                  </a:moveTo>
                  <a:lnTo>
                    <a:pt x="0" y="1667"/>
                  </a:lnTo>
                  <a:lnTo>
                    <a:pt x="0" y="1905"/>
                  </a:lnTo>
                  <a:lnTo>
                    <a:pt x="274" y="1751"/>
                  </a:lnTo>
                  <a:lnTo>
                    <a:pt x="274" y="151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3" name="Google Shape;1563;p25"/>
            <p:cNvSpPr/>
            <p:nvPr/>
          </p:nvSpPr>
          <p:spPr>
            <a:xfrm>
              <a:off x="2467751" y="2786884"/>
              <a:ext cx="36409" cy="42160"/>
            </a:xfrm>
            <a:custGeom>
              <a:avLst/>
              <a:gdLst/>
              <a:ahLst/>
              <a:cxnLst/>
              <a:rect l="l" t="t" r="r" b="b"/>
              <a:pathLst>
                <a:path w="798" h="924" extrusionOk="0">
                  <a:moveTo>
                    <a:pt x="750" y="0"/>
                  </a:moveTo>
                  <a:cubicBezTo>
                    <a:pt x="739" y="0"/>
                    <a:pt x="727" y="3"/>
                    <a:pt x="715" y="10"/>
                  </a:cubicBezTo>
                  <a:cubicBezTo>
                    <a:pt x="667" y="46"/>
                    <a:pt x="643" y="93"/>
                    <a:pt x="643" y="141"/>
                  </a:cubicBezTo>
                  <a:cubicBezTo>
                    <a:pt x="643" y="176"/>
                    <a:pt x="662" y="198"/>
                    <a:pt x="686" y="198"/>
                  </a:cubicBezTo>
                  <a:cubicBezTo>
                    <a:pt x="695" y="198"/>
                    <a:pt x="705" y="195"/>
                    <a:pt x="715" y="188"/>
                  </a:cubicBezTo>
                  <a:cubicBezTo>
                    <a:pt x="762" y="165"/>
                    <a:pt x="786" y="117"/>
                    <a:pt x="798" y="57"/>
                  </a:cubicBezTo>
                  <a:cubicBezTo>
                    <a:pt x="798" y="23"/>
                    <a:pt x="779" y="0"/>
                    <a:pt x="750" y="0"/>
                  </a:cubicBezTo>
                  <a:close/>
                  <a:moveTo>
                    <a:pt x="433" y="191"/>
                  </a:moveTo>
                  <a:cubicBezTo>
                    <a:pt x="424" y="191"/>
                    <a:pt x="415" y="194"/>
                    <a:pt x="405" y="200"/>
                  </a:cubicBezTo>
                  <a:cubicBezTo>
                    <a:pt x="357" y="224"/>
                    <a:pt x="334" y="272"/>
                    <a:pt x="322" y="331"/>
                  </a:cubicBezTo>
                  <a:cubicBezTo>
                    <a:pt x="322" y="363"/>
                    <a:pt x="337" y="379"/>
                    <a:pt x="362" y="379"/>
                  </a:cubicBezTo>
                  <a:cubicBezTo>
                    <a:pt x="375" y="379"/>
                    <a:pt x="389" y="375"/>
                    <a:pt x="405" y="367"/>
                  </a:cubicBezTo>
                  <a:cubicBezTo>
                    <a:pt x="453" y="343"/>
                    <a:pt x="476" y="296"/>
                    <a:pt x="476" y="248"/>
                  </a:cubicBezTo>
                  <a:cubicBezTo>
                    <a:pt x="476" y="213"/>
                    <a:pt x="457" y="191"/>
                    <a:pt x="433" y="191"/>
                  </a:cubicBezTo>
                  <a:close/>
                  <a:moveTo>
                    <a:pt x="750" y="358"/>
                  </a:moveTo>
                  <a:cubicBezTo>
                    <a:pt x="739" y="358"/>
                    <a:pt x="727" y="361"/>
                    <a:pt x="715" y="367"/>
                  </a:cubicBezTo>
                  <a:cubicBezTo>
                    <a:pt x="667" y="391"/>
                    <a:pt x="643" y="450"/>
                    <a:pt x="643" y="498"/>
                  </a:cubicBezTo>
                  <a:cubicBezTo>
                    <a:pt x="643" y="533"/>
                    <a:pt x="662" y="555"/>
                    <a:pt x="686" y="555"/>
                  </a:cubicBezTo>
                  <a:cubicBezTo>
                    <a:pt x="695" y="555"/>
                    <a:pt x="705" y="552"/>
                    <a:pt x="715" y="546"/>
                  </a:cubicBezTo>
                  <a:cubicBezTo>
                    <a:pt x="762" y="510"/>
                    <a:pt x="786" y="462"/>
                    <a:pt x="798" y="415"/>
                  </a:cubicBezTo>
                  <a:cubicBezTo>
                    <a:pt x="798" y="380"/>
                    <a:pt x="779" y="358"/>
                    <a:pt x="750" y="358"/>
                  </a:cubicBezTo>
                  <a:close/>
                  <a:moveTo>
                    <a:pt x="110" y="379"/>
                  </a:moveTo>
                  <a:cubicBezTo>
                    <a:pt x="99" y="379"/>
                    <a:pt x="87" y="383"/>
                    <a:pt x="72" y="391"/>
                  </a:cubicBezTo>
                  <a:cubicBezTo>
                    <a:pt x="24" y="415"/>
                    <a:pt x="0" y="462"/>
                    <a:pt x="0" y="522"/>
                  </a:cubicBezTo>
                  <a:cubicBezTo>
                    <a:pt x="0" y="548"/>
                    <a:pt x="19" y="567"/>
                    <a:pt x="42" y="567"/>
                  </a:cubicBezTo>
                  <a:cubicBezTo>
                    <a:pt x="52" y="567"/>
                    <a:pt x="62" y="564"/>
                    <a:pt x="72" y="557"/>
                  </a:cubicBezTo>
                  <a:cubicBezTo>
                    <a:pt x="119" y="534"/>
                    <a:pt x="143" y="486"/>
                    <a:pt x="143" y="438"/>
                  </a:cubicBezTo>
                  <a:cubicBezTo>
                    <a:pt x="143" y="398"/>
                    <a:pt x="132" y="379"/>
                    <a:pt x="110" y="379"/>
                  </a:cubicBezTo>
                  <a:close/>
                  <a:moveTo>
                    <a:pt x="439" y="546"/>
                  </a:moveTo>
                  <a:cubicBezTo>
                    <a:pt x="429" y="546"/>
                    <a:pt x="417" y="550"/>
                    <a:pt x="405" y="557"/>
                  </a:cubicBezTo>
                  <a:cubicBezTo>
                    <a:pt x="357" y="581"/>
                    <a:pt x="334" y="629"/>
                    <a:pt x="322" y="677"/>
                  </a:cubicBezTo>
                  <a:cubicBezTo>
                    <a:pt x="322" y="711"/>
                    <a:pt x="341" y="734"/>
                    <a:pt x="370" y="734"/>
                  </a:cubicBezTo>
                  <a:cubicBezTo>
                    <a:pt x="380" y="734"/>
                    <a:pt x="392" y="731"/>
                    <a:pt x="405" y="724"/>
                  </a:cubicBezTo>
                  <a:cubicBezTo>
                    <a:pt x="453" y="700"/>
                    <a:pt x="476" y="653"/>
                    <a:pt x="476" y="593"/>
                  </a:cubicBezTo>
                  <a:cubicBezTo>
                    <a:pt x="476" y="561"/>
                    <a:pt x="461" y="546"/>
                    <a:pt x="439" y="546"/>
                  </a:cubicBezTo>
                  <a:close/>
                  <a:moveTo>
                    <a:pt x="111" y="736"/>
                  </a:moveTo>
                  <a:cubicBezTo>
                    <a:pt x="101" y="736"/>
                    <a:pt x="87" y="740"/>
                    <a:pt x="72" y="748"/>
                  </a:cubicBezTo>
                  <a:cubicBezTo>
                    <a:pt x="24" y="772"/>
                    <a:pt x="0" y="819"/>
                    <a:pt x="0" y="867"/>
                  </a:cubicBezTo>
                  <a:cubicBezTo>
                    <a:pt x="0" y="902"/>
                    <a:pt x="19" y="924"/>
                    <a:pt x="44" y="924"/>
                  </a:cubicBezTo>
                  <a:cubicBezTo>
                    <a:pt x="52" y="924"/>
                    <a:pt x="62" y="921"/>
                    <a:pt x="72" y="915"/>
                  </a:cubicBezTo>
                  <a:cubicBezTo>
                    <a:pt x="119" y="891"/>
                    <a:pt x="143" y="843"/>
                    <a:pt x="143" y="784"/>
                  </a:cubicBezTo>
                  <a:cubicBezTo>
                    <a:pt x="143" y="752"/>
                    <a:pt x="132" y="736"/>
                    <a:pt x="111" y="73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4" name="Google Shape;1564;p25"/>
            <p:cNvSpPr/>
            <p:nvPr/>
          </p:nvSpPr>
          <p:spPr>
            <a:xfrm>
              <a:off x="2168390" y="2623265"/>
              <a:ext cx="512871" cy="318389"/>
            </a:xfrm>
            <a:custGeom>
              <a:avLst/>
              <a:gdLst/>
              <a:ahLst/>
              <a:cxnLst/>
              <a:rect l="l" t="t" r="r" b="b"/>
              <a:pathLst>
                <a:path w="11241" h="6978" extrusionOk="0">
                  <a:moveTo>
                    <a:pt x="11240" y="488"/>
                  </a:moveTo>
                  <a:lnTo>
                    <a:pt x="10371" y="0"/>
                  </a:lnTo>
                  <a:lnTo>
                    <a:pt x="1" y="5989"/>
                  </a:lnTo>
                  <a:lnTo>
                    <a:pt x="1" y="6977"/>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5" name="Google Shape;1565;p25"/>
            <p:cNvSpPr/>
            <p:nvPr/>
          </p:nvSpPr>
          <p:spPr>
            <a:xfrm>
              <a:off x="1576240" y="1917048"/>
              <a:ext cx="144038" cy="1465190"/>
            </a:xfrm>
            <a:custGeom>
              <a:avLst/>
              <a:gdLst/>
              <a:ahLst/>
              <a:cxnLst/>
              <a:rect l="l" t="t" r="r" b="b"/>
              <a:pathLst>
                <a:path w="3157" h="32112" extrusionOk="0">
                  <a:moveTo>
                    <a:pt x="1" y="0"/>
                  </a:moveTo>
                  <a:lnTo>
                    <a:pt x="561" y="321"/>
                  </a:lnTo>
                  <a:lnTo>
                    <a:pt x="561" y="3322"/>
                  </a:lnTo>
                  <a:lnTo>
                    <a:pt x="1" y="3000"/>
                  </a:lnTo>
                  <a:close/>
                  <a:moveTo>
                    <a:pt x="870" y="3489"/>
                  </a:moveTo>
                  <a:lnTo>
                    <a:pt x="1430" y="3810"/>
                  </a:lnTo>
                  <a:lnTo>
                    <a:pt x="1430" y="810"/>
                  </a:lnTo>
                  <a:lnTo>
                    <a:pt x="870" y="500"/>
                  </a:lnTo>
                  <a:close/>
                  <a:moveTo>
                    <a:pt x="1739" y="3989"/>
                  </a:moveTo>
                  <a:lnTo>
                    <a:pt x="2287" y="4310"/>
                  </a:lnTo>
                  <a:lnTo>
                    <a:pt x="2287" y="1322"/>
                  </a:lnTo>
                  <a:lnTo>
                    <a:pt x="1739" y="1000"/>
                  </a:lnTo>
                  <a:close/>
                  <a:moveTo>
                    <a:pt x="2597" y="4489"/>
                  </a:moveTo>
                  <a:lnTo>
                    <a:pt x="3156" y="4810"/>
                  </a:lnTo>
                  <a:lnTo>
                    <a:pt x="3156" y="1810"/>
                  </a:lnTo>
                  <a:lnTo>
                    <a:pt x="2597" y="1500"/>
                  </a:lnTo>
                  <a:close/>
                  <a:moveTo>
                    <a:pt x="1" y="6310"/>
                  </a:moveTo>
                  <a:lnTo>
                    <a:pt x="561" y="6620"/>
                  </a:lnTo>
                  <a:lnTo>
                    <a:pt x="561" y="3631"/>
                  </a:lnTo>
                  <a:lnTo>
                    <a:pt x="1" y="3310"/>
                  </a:lnTo>
                  <a:close/>
                  <a:moveTo>
                    <a:pt x="870" y="6810"/>
                  </a:moveTo>
                  <a:lnTo>
                    <a:pt x="1430" y="7120"/>
                  </a:lnTo>
                  <a:lnTo>
                    <a:pt x="1430" y="4131"/>
                  </a:lnTo>
                  <a:lnTo>
                    <a:pt x="870" y="3810"/>
                  </a:lnTo>
                  <a:close/>
                  <a:moveTo>
                    <a:pt x="1727" y="7310"/>
                  </a:moveTo>
                  <a:lnTo>
                    <a:pt x="2287" y="7620"/>
                  </a:lnTo>
                  <a:lnTo>
                    <a:pt x="2287" y="4632"/>
                  </a:lnTo>
                  <a:lnTo>
                    <a:pt x="1727" y="4310"/>
                  </a:lnTo>
                  <a:close/>
                  <a:moveTo>
                    <a:pt x="2597" y="7811"/>
                  </a:moveTo>
                  <a:lnTo>
                    <a:pt x="3156" y="8120"/>
                  </a:lnTo>
                  <a:lnTo>
                    <a:pt x="3156" y="5132"/>
                  </a:lnTo>
                  <a:lnTo>
                    <a:pt x="2608" y="4810"/>
                  </a:lnTo>
                  <a:close/>
                  <a:moveTo>
                    <a:pt x="1" y="9620"/>
                  </a:moveTo>
                  <a:lnTo>
                    <a:pt x="561" y="9942"/>
                  </a:lnTo>
                  <a:lnTo>
                    <a:pt x="561" y="6941"/>
                  </a:lnTo>
                  <a:lnTo>
                    <a:pt x="1" y="6620"/>
                  </a:lnTo>
                  <a:close/>
                  <a:moveTo>
                    <a:pt x="870" y="10120"/>
                  </a:moveTo>
                  <a:lnTo>
                    <a:pt x="1430" y="10442"/>
                  </a:lnTo>
                  <a:lnTo>
                    <a:pt x="1430" y="7441"/>
                  </a:lnTo>
                  <a:lnTo>
                    <a:pt x="870" y="7120"/>
                  </a:lnTo>
                  <a:close/>
                  <a:moveTo>
                    <a:pt x="1727" y="10620"/>
                  </a:moveTo>
                  <a:lnTo>
                    <a:pt x="2287" y="10942"/>
                  </a:lnTo>
                  <a:lnTo>
                    <a:pt x="2287" y="7941"/>
                  </a:lnTo>
                  <a:lnTo>
                    <a:pt x="1727" y="7620"/>
                  </a:lnTo>
                  <a:close/>
                  <a:moveTo>
                    <a:pt x="2597" y="11120"/>
                  </a:moveTo>
                  <a:lnTo>
                    <a:pt x="3156" y="11430"/>
                  </a:lnTo>
                  <a:lnTo>
                    <a:pt x="3156" y="8442"/>
                  </a:lnTo>
                  <a:lnTo>
                    <a:pt x="2608" y="8120"/>
                  </a:lnTo>
                  <a:close/>
                  <a:moveTo>
                    <a:pt x="1" y="23670"/>
                  </a:moveTo>
                  <a:lnTo>
                    <a:pt x="561" y="23991"/>
                  </a:lnTo>
                  <a:lnTo>
                    <a:pt x="561" y="20991"/>
                  </a:lnTo>
                  <a:lnTo>
                    <a:pt x="1" y="20669"/>
                  </a:lnTo>
                  <a:close/>
                  <a:moveTo>
                    <a:pt x="870" y="24170"/>
                  </a:moveTo>
                  <a:lnTo>
                    <a:pt x="1430" y="24491"/>
                  </a:lnTo>
                  <a:lnTo>
                    <a:pt x="1430" y="21491"/>
                  </a:lnTo>
                  <a:lnTo>
                    <a:pt x="870" y="21169"/>
                  </a:lnTo>
                  <a:close/>
                  <a:moveTo>
                    <a:pt x="1727" y="24670"/>
                  </a:moveTo>
                  <a:lnTo>
                    <a:pt x="2287" y="24991"/>
                  </a:lnTo>
                  <a:lnTo>
                    <a:pt x="2287" y="21991"/>
                  </a:lnTo>
                  <a:lnTo>
                    <a:pt x="1727" y="21669"/>
                  </a:lnTo>
                  <a:close/>
                  <a:moveTo>
                    <a:pt x="2597" y="25170"/>
                  </a:moveTo>
                  <a:lnTo>
                    <a:pt x="3156" y="25491"/>
                  </a:lnTo>
                  <a:lnTo>
                    <a:pt x="3156" y="22491"/>
                  </a:lnTo>
                  <a:lnTo>
                    <a:pt x="2608" y="22169"/>
                  </a:lnTo>
                  <a:close/>
                  <a:moveTo>
                    <a:pt x="1" y="26980"/>
                  </a:moveTo>
                  <a:lnTo>
                    <a:pt x="561" y="27301"/>
                  </a:lnTo>
                  <a:lnTo>
                    <a:pt x="561" y="24301"/>
                  </a:lnTo>
                  <a:lnTo>
                    <a:pt x="1" y="23979"/>
                  </a:lnTo>
                  <a:close/>
                  <a:moveTo>
                    <a:pt x="870" y="27480"/>
                  </a:moveTo>
                  <a:lnTo>
                    <a:pt x="1430" y="27801"/>
                  </a:lnTo>
                  <a:lnTo>
                    <a:pt x="1430" y="24801"/>
                  </a:lnTo>
                  <a:lnTo>
                    <a:pt x="870" y="24491"/>
                  </a:lnTo>
                  <a:close/>
                  <a:moveTo>
                    <a:pt x="1739" y="27980"/>
                  </a:moveTo>
                  <a:lnTo>
                    <a:pt x="2287" y="28301"/>
                  </a:lnTo>
                  <a:lnTo>
                    <a:pt x="2287" y="25301"/>
                  </a:lnTo>
                  <a:lnTo>
                    <a:pt x="1739" y="24991"/>
                  </a:lnTo>
                  <a:close/>
                  <a:moveTo>
                    <a:pt x="2597" y="28480"/>
                  </a:moveTo>
                  <a:lnTo>
                    <a:pt x="3156" y="28801"/>
                  </a:lnTo>
                  <a:lnTo>
                    <a:pt x="3156" y="25801"/>
                  </a:lnTo>
                  <a:lnTo>
                    <a:pt x="2608" y="25491"/>
                  </a:lnTo>
                  <a:close/>
                  <a:moveTo>
                    <a:pt x="1" y="30289"/>
                  </a:moveTo>
                  <a:lnTo>
                    <a:pt x="561" y="30611"/>
                  </a:lnTo>
                  <a:lnTo>
                    <a:pt x="561" y="27622"/>
                  </a:lnTo>
                  <a:lnTo>
                    <a:pt x="1" y="27301"/>
                  </a:lnTo>
                  <a:close/>
                  <a:moveTo>
                    <a:pt x="870" y="30790"/>
                  </a:moveTo>
                  <a:lnTo>
                    <a:pt x="1430" y="31111"/>
                  </a:lnTo>
                  <a:lnTo>
                    <a:pt x="1430" y="28123"/>
                  </a:lnTo>
                  <a:lnTo>
                    <a:pt x="870" y="27801"/>
                  </a:lnTo>
                  <a:close/>
                  <a:moveTo>
                    <a:pt x="1727" y="31290"/>
                  </a:moveTo>
                  <a:lnTo>
                    <a:pt x="2287" y="31611"/>
                  </a:lnTo>
                  <a:lnTo>
                    <a:pt x="2287" y="28623"/>
                  </a:lnTo>
                  <a:lnTo>
                    <a:pt x="1727" y="28301"/>
                  </a:lnTo>
                  <a:close/>
                  <a:moveTo>
                    <a:pt x="2597" y="31790"/>
                  </a:moveTo>
                  <a:lnTo>
                    <a:pt x="3156" y="32111"/>
                  </a:lnTo>
                  <a:lnTo>
                    <a:pt x="3156" y="29111"/>
                  </a:lnTo>
                  <a:lnTo>
                    <a:pt x="2597" y="2880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6" name="Google Shape;1566;p25"/>
            <p:cNvSpPr/>
            <p:nvPr/>
          </p:nvSpPr>
          <p:spPr>
            <a:xfrm>
              <a:off x="2681241" y="1803482"/>
              <a:ext cx="39146" cy="1502696"/>
            </a:xfrm>
            <a:custGeom>
              <a:avLst/>
              <a:gdLst/>
              <a:ahLst/>
              <a:cxnLst/>
              <a:rect l="l" t="t" r="r" b="b"/>
              <a:pathLst>
                <a:path w="858" h="32934" extrusionOk="0">
                  <a:moveTo>
                    <a:pt x="858" y="32933"/>
                  </a:moveTo>
                  <a:lnTo>
                    <a:pt x="0" y="32433"/>
                  </a:lnTo>
                  <a:lnTo>
                    <a:pt x="0" y="489"/>
                  </a:lnTo>
                  <a:lnTo>
                    <a:pt x="8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7" name="Google Shape;1567;p25"/>
            <p:cNvSpPr/>
            <p:nvPr/>
          </p:nvSpPr>
          <p:spPr>
            <a:xfrm>
              <a:off x="2168390" y="3283307"/>
              <a:ext cx="551971" cy="341750"/>
            </a:xfrm>
            <a:custGeom>
              <a:avLst/>
              <a:gdLst/>
              <a:ahLst/>
              <a:cxnLst/>
              <a:rect l="l" t="t" r="r" b="b"/>
              <a:pathLst>
                <a:path w="12098" h="7490" extrusionOk="0">
                  <a:moveTo>
                    <a:pt x="1" y="7489"/>
                  </a:moveTo>
                  <a:lnTo>
                    <a:pt x="1" y="6489"/>
                  </a:lnTo>
                  <a:lnTo>
                    <a:pt x="11240" y="0"/>
                  </a:lnTo>
                  <a:lnTo>
                    <a:pt x="12098" y="500"/>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8" name="Google Shape;1568;p25"/>
            <p:cNvSpPr/>
            <p:nvPr/>
          </p:nvSpPr>
          <p:spPr>
            <a:xfrm>
              <a:off x="2168390" y="3333816"/>
              <a:ext cx="551971" cy="427028"/>
            </a:xfrm>
            <a:custGeom>
              <a:avLst/>
              <a:gdLst/>
              <a:ahLst/>
              <a:cxnLst/>
              <a:rect l="l" t="t" r="r" b="b"/>
              <a:pathLst>
                <a:path w="12098" h="9359" extrusionOk="0">
                  <a:moveTo>
                    <a:pt x="1" y="6989"/>
                  </a:moveTo>
                  <a:lnTo>
                    <a:pt x="12098" y="0"/>
                  </a:lnTo>
                  <a:lnTo>
                    <a:pt x="12098" y="2370"/>
                  </a:lnTo>
                  <a:lnTo>
                    <a:pt x="1" y="9359"/>
                  </a:lnTo>
                  <a:close/>
                </a:path>
              </a:pathLst>
            </a:custGeom>
            <a:solidFill>
              <a:srgbClr val="3519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9" name="Google Shape;1569;p25"/>
            <p:cNvSpPr/>
            <p:nvPr/>
          </p:nvSpPr>
          <p:spPr>
            <a:xfrm>
              <a:off x="2168390" y="3306120"/>
              <a:ext cx="551971" cy="357491"/>
            </a:xfrm>
            <a:custGeom>
              <a:avLst/>
              <a:gdLst/>
              <a:ahLst/>
              <a:cxnLst/>
              <a:rect l="l" t="t" r="r" b="b"/>
              <a:pathLst>
                <a:path w="12098" h="7835" extrusionOk="0">
                  <a:moveTo>
                    <a:pt x="1" y="6989"/>
                  </a:moveTo>
                  <a:lnTo>
                    <a:pt x="12098" y="0"/>
                  </a:lnTo>
                  <a:lnTo>
                    <a:pt x="12098" y="846"/>
                  </a:lnTo>
                  <a:lnTo>
                    <a:pt x="1" y="783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0" name="Google Shape;1570;p25"/>
            <p:cNvSpPr/>
            <p:nvPr/>
          </p:nvSpPr>
          <p:spPr>
            <a:xfrm>
              <a:off x="2168390" y="3403352"/>
              <a:ext cx="551971" cy="357491"/>
            </a:xfrm>
            <a:custGeom>
              <a:avLst/>
              <a:gdLst/>
              <a:ahLst/>
              <a:cxnLst/>
              <a:rect l="l" t="t" r="r" b="b"/>
              <a:pathLst>
                <a:path w="12098" h="7835" extrusionOk="0">
                  <a:moveTo>
                    <a:pt x="1" y="6989"/>
                  </a:moveTo>
                  <a:lnTo>
                    <a:pt x="12098" y="0"/>
                  </a:lnTo>
                  <a:lnTo>
                    <a:pt x="12098" y="846"/>
                  </a:lnTo>
                  <a:lnTo>
                    <a:pt x="1" y="783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1" name="Google Shape;1571;p25"/>
            <p:cNvSpPr/>
            <p:nvPr/>
          </p:nvSpPr>
          <p:spPr>
            <a:xfrm>
              <a:off x="2168390" y="3354987"/>
              <a:ext cx="551971" cy="357537"/>
            </a:xfrm>
            <a:custGeom>
              <a:avLst/>
              <a:gdLst/>
              <a:ahLst/>
              <a:cxnLst/>
              <a:rect l="l" t="t" r="r" b="b"/>
              <a:pathLst>
                <a:path w="12098" h="7836" extrusionOk="0">
                  <a:moveTo>
                    <a:pt x="1" y="6978"/>
                  </a:moveTo>
                  <a:lnTo>
                    <a:pt x="12098" y="1"/>
                  </a:lnTo>
                  <a:lnTo>
                    <a:pt x="12098" y="846"/>
                  </a:lnTo>
                  <a:lnTo>
                    <a:pt x="1" y="783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2" name="Google Shape;1572;p25"/>
            <p:cNvSpPr/>
            <p:nvPr/>
          </p:nvSpPr>
          <p:spPr>
            <a:xfrm>
              <a:off x="2143432" y="2797104"/>
              <a:ext cx="34264" cy="110829"/>
            </a:xfrm>
            <a:custGeom>
              <a:avLst/>
              <a:gdLst/>
              <a:ahLst/>
              <a:cxnLst/>
              <a:rect l="l" t="t" r="r" b="b"/>
              <a:pathLst>
                <a:path w="751" h="2429" extrusionOk="0">
                  <a:moveTo>
                    <a:pt x="524" y="2429"/>
                  </a:moveTo>
                  <a:cubicBezTo>
                    <a:pt x="476" y="2417"/>
                    <a:pt x="441" y="2417"/>
                    <a:pt x="405" y="2393"/>
                  </a:cubicBezTo>
                  <a:lnTo>
                    <a:pt x="107" y="2227"/>
                  </a:lnTo>
                  <a:cubicBezTo>
                    <a:pt x="60" y="2191"/>
                    <a:pt x="48" y="2131"/>
                    <a:pt x="72" y="2096"/>
                  </a:cubicBezTo>
                  <a:cubicBezTo>
                    <a:pt x="95" y="2048"/>
                    <a:pt x="155" y="2024"/>
                    <a:pt x="203" y="2060"/>
                  </a:cubicBezTo>
                  <a:lnTo>
                    <a:pt x="500" y="2227"/>
                  </a:lnTo>
                  <a:cubicBezTo>
                    <a:pt x="512" y="2238"/>
                    <a:pt x="536" y="2238"/>
                    <a:pt x="548" y="2227"/>
                  </a:cubicBezTo>
                  <a:cubicBezTo>
                    <a:pt x="560" y="2215"/>
                    <a:pt x="560" y="2203"/>
                    <a:pt x="560" y="2191"/>
                  </a:cubicBezTo>
                  <a:lnTo>
                    <a:pt x="560" y="619"/>
                  </a:lnTo>
                  <a:cubicBezTo>
                    <a:pt x="560" y="536"/>
                    <a:pt x="524" y="464"/>
                    <a:pt x="453" y="417"/>
                  </a:cubicBezTo>
                  <a:lnTo>
                    <a:pt x="107" y="226"/>
                  </a:lnTo>
                  <a:cubicBezTo>
                    <a:pt x="0" y="155"/>
                    <a:pt x="95" y="0"/>
                    <a:pt x="203" y="60"/>
                  </a:cubicBezTo>
                  <a:lnTo>
                    <a:pt x="548" y="250"/>
                  </a:lnTo>
                  <a:cubicBezTo>
                    <a:pt x="679" y="333"/>
                    <a:pt x="750" y="464"/>
                    <a:pt x="750" y="619"/>
                  </a:cubicBezTo>
                  <a:lnTo>
                    <a:pt x="750" y="2191"/>
                  </a:lnTo>
                  <a:cubicBezTo>
                    <a:pt x="750" y="2262"/>
                    <a:pt x="714" y="2346"/>
                    <a:pt x="643" y="2381"/>
                  </a:cubicBezTo>
                  <a:cubicBezTo>
                    <a:pt x="607" y="2405"/>
                    <a:pt x="560" y="2417"/>
                    <a:pt x="524" y="2429"/>
                  </a:cubicBez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3" name="Google Shape;1573;p25"/>
            <p:cNvSpPr/>
            <p:nvPr/>
          </p:nvSpPr>
          <p:spPr>
            <a:xfrm>
              <a:off x="1676756" y="1477948"/>
              <a:ext cx="903968" cy="521568"/>
            </a:xfrm>
            <a:custGeom>
              <a:avLst/>
              <a:gdLst/>
              <a:ahLst/>
              <a:cxnLst/>
              <a:rect l="l" t="t" r="r" b="b"/>
              <a:pathLst>
                <a:path w="19813" h="11431" extrusionOk="0">
                  <a:moveTo>
                    <a:pt x="9895" y="286"/>
                  </a:moveTo>
                  <a:lnTo>
                    <a:pt x="19301" y="5715"/>
                  </a:lnTo>
                  <a:lnTo>
                    <a:pt x="9907" y="11145"/>
                  </a:lnTo>
                  <a:lnTo>
                    <a:pt x="501" y="5715"/>
                  </a:lnTo>
                  <a:lnTo>
                    <a:pt x="9895" y="286"/>
                  </a:lnTo>
                  <a:close/>
                  <a:moveTo>
                    <a:pt x="9907" y="0"/>
                  </a:moveTo>
                  <a:lnTo>
                    <a:pt x="1" y="5715"/>
                  </a:lnTo>
                  <a:lnTo>
                    <a:pt x="9907" y="11430"/>
                  </a:lnTo>
                  <a:lnTo>
                    <a:pt x="19813" y="5715"/>
                  </a:lnTo>
                  <a:lnTo>
                    <a:pt x="99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4" name="Google Shape;1574;p25"/>
            <p:cNvSpPr/>
            <p:nvPr/>
          </p:nvSpPr>
          <p:spPr>
            <a:xfrm>
              <a:off x="2086352" y="2071313"/>
              <a:ext cx="6022" cy="1695518"/>
            </a:xfrm>
            <a:custGeom>
              <a:avLst/>
              <a:gdLst/>
              <a:ahLst/>
              <a:cxnLst/>
              <a:rect l="l" t="t" r="r" b="b"/>
              <a:pathLst>
                <a:path w="132" h="37160" extrusionOk="0">
                  <a:moveTo>
                    <a:pt x="1" y="0"/>
                  </a:moveTo>
                  <a:lnTo>
                    <a:pt x="1" y="37076"/>
                  </a:lnTo>
                  <a:lnTo>
                    <a:pt x="132" y="37160"/>
                  </a:lnTo>
                  <a:lnTo>
                    <a:pt x="132" y="119"/>
                  </a:lnTo>
                  <a:lnTo>
                    <a:pt x="120" y="72"/>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5" name="Google Shape;1575;p25"/>
            <p:cNvSpPr/>
            <p:nvPr/>
          </p:nvSpPr>
          <p:spPr>
            <a:xfrm>
              <a:off x="1533898" y="1752425"/>
              <a:ext cx="6023" cy="1695518"/>
            </a:xfrm>
            <a:custGeom>
              <a:avLst/>
              <a:gdLst/>
              <a:ahLst/>
              <a:cxnLst/>
              <a:rect l="l" t="t" r="r" b="b"/>
              <a:pathLst>
                <a:path w="132" h="37160" extrusionOk="0">
                  <a:moveTo>
                    <a:pt x="0" y="0"/>
                  </a:moveTo>
                  <a:lnTo>
                    <a:pt x="0" y="37076"/>
                  </a:lnTo>
                  <a:lnTo>
                    <a:pt x="131" y="37160"/>
                  </a:lnTo>
                  <a:lnTo>
                    <a:pt x="131" y="119"/>
                  </a:lnTo>
                  <a:lnTo>
                    <a:pt x="119" y="72"/>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6" name="Google Shape;1576;p25"/>
            <p:cNvSpPr/>
            <p:nvPr/>
          </p:nvSpPr>
          <p:spPr>
            <a:xfrm>
              <a:off x="2539979" y="1857847"/>
              <a:ext cx="128799" cy="118997"/>
            </a:xfrm>
            <a:custGeom>
              <a:avLst/>
              <a:gdLst/>
              <a:ahLst/>
              <a:cxnLst/>
              <a:rect l="l" t="t" r="r" b="b"/>
              <a:pathLst>
                <a:path w="2823" h="2608" extrusionOk="0">
                  <a:moveTo>
                    <a:pt x="1" y="1620"/>
                  </a:moveTo>
                  <a:lnTo>
                    <a:pt x="1" y="2608"/>
                  </a:lnTo>
                  <a:lnTo>
                    <a:pt x="2822" y="977"/>
                  </a:lnTo>
                  <a:lnTo>
                    <a:pt x="2822"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7" name="Google Shape;1577;p25"/>
            <p:cNvSpPr/>
            <p:nvPr/>
          </p:nvSpPr>
          <p:spPr>
            <a:xfrm>
              <a:off x="2553575" y="1875231"/>
              <a:ext cx="104892" cy="86966"/>
            </a:xfrm>
            <a:custGeom>
              <a:avLst/>
              <a:gdLst/>
              <a:ahLst/>
              <a:cxnLst/>
              <a:rect l="l" t="t" r="r" b="b"/>
              <a:pathLst>
                <a:path w="2299" h="1906" extrusionOk="0">
                  <a:moveTo>
                    <a:pt x="2298" y="0"/>
                  </a:moveTo>
                  <a:lnTo>
                    <a:pt x="2024" y="155"/>
                  </a:lnTo>
                  <a:lnTo>
                    <a:pt x="2024" y="393"/>
                  </a:lnTo>
                  <a:lnTo>
                    <a:pt x="2298" y="238"/>
                  </a:lnTo>
                  <a:lnTo>
                    <a:pt x="2298" y="0"/>
                  </a:lnTo>
                  <a:close/>
                  <a:moveTo>
                    <a:pt x="1893" y="238"/>
                  </a:moveTo>
                  <a:lnTo>
                    <a:pt x="1620" y="381"/>
                  </a:lnTo>
                  <a:lnTo>
                    <a:pt x="1620" y="619"/>
                  </a:lnTo>
                  <a:lnTo>
                    <a:pt x="1893" y="477"/>
                  </a:lnTo>
                  <a:lnTo>
                    <a:pt x="1893" y="238"/>
                  </a:lnTo>
                  <a:close/>
                  <a:moveTo>
                    <a:pt x="2298" y="346"/>
                  </a:moveTo>
                  <a:lnTo>
                    <a:pt x="2024" y="500"/>
                  </a:lnTo>
                  <a:lnTo>
                    <a:pt x="2024" y="739"/>
                  </a:lnTo>
                  <a:lnTo>
                    <a:pt x="2298" y="584"/>
                  </a:lnTo>
                  <a:lnTo>
                    <a:pt x="2298" y="346"/>
                  </a:lnTo>
                  <a:close/>
                  <a:moveTo>
                    <a:pt x="1489" y="453"/>
                  </a:moveTo>
                  <a:lnTo>
                    <a:pt x="1215" y="619"/>
                  </a:lnTo>
                  <a:lnTo>
                    <a:pt x="1215" y="858"/>
                  </a:lnTo>
                  <a:lnTo>
                    <a:pt x="1489" y="703"/>
                  </a:lnTo>
                  <a:lnTo>
                    <a:pt x="1489" y="453"/>
                  </a:lnTo>
                  <a:close/>
                  <a:moveTo>
                    <a:pt x="1893" y="596"/>
                  </a:moveTo>
                  <a:lnTo>
                    <a:pt x="1620" y="739"/>
                  </a:lnTo>
                  <a:lnTo>
                    <a:pt x="1620" y="977"/>
                  </a:lnTo>
                  <a:lnTo>
                    <a:pt x="1893" y="834"/>
                  </a:lnTo>
                  <a:lnTo>
                    <a:pt x="1893" y="596"/>
                  </a:lnTo>
                  <a:close/>
                  <a:moveTo>
                    <a:pt x="1084" y="691"/>
                  </a:moveTo>
                  <a:lnTo>
                    <a:pt x="810" y="846"/>
                  </a:lnTo>
                  <a:lnTo>
                    <a:pt x="810" y="1084"/>
                  </a:lnTo>
                  <a:lnTo>
                    <a:pt x="1084" y="929"/>
                  </a:lnTo>
                  <a:lnTo>
                    <a:pt x="1084" y="691"/>
                  </a:lnTo>
                  <a:close/>
                  <a:moveTo>
                    <a:pt x="1489" y="798"/>
                  </a:moveTo>
                  <a:lnTo>
                    <a:pt x="1215" y="977"/>
                  </a:lnTo>
                  <a:lnTo>
                    <a:pt x="1215" y="1203"/>
                  </a:lnTo>
                  <a:lnTo>
                    <a:pt x="1489" y="1036"/>
                  </a:lnTo>
                  <a:lnTo>
                    <a:pt x="1489" y="798"/>
                  </a:lnTo>
                  <a:close/>
                  <a:moveTo>
                    <a:pt x="679" y="917"/>
                  </a:moveTo>
                  <a:lnTo>
                    <a:pt x="405" y="1084"/>
                  </a:lnTo>
                  <a:lnTo>
                    <a:pt x="405" y="1322"/>
                  </a:lnTo>
                  <a:lnTo>
                    <a:pt x="679" y="1155"/>
                  </a:lnTo>
                  <a:lnTo>
                    <a:pt x="679" y="917"/>
                  </a:lnTo>
                  <a:close/>
                  <a:moveTo>
                    <a:pt x="1084" y="1048"/>
                  </a:moveTo>
                  <a:lnTo>
                    <a:pt x="810" y="1203"/>
                  </a:lnTo>
                  <a:lnTo>
                    <a:pt x="810" y="1441"/>
                  </a:lnTo>
                  <a:lnTo>
                    <a:pt x="1084" y="1286"/>
                  </a:lnTo>
                  <a:lnTo>
                    <a:pt x="1084" y="1048"/>
                  </a:lnTo>
                  <a:close/>
                  <a:moveTo>
                    <a:pt x="274" y="1155"/>
                  </a:moveTo>
                  <a:lnTo>
                    <a:pt x="0" y="1310"/>
                  </a:lnTo>
                  <a:lnTo>
                    <a:pt x="0" y="1548"/>
                  </a:lnTo>
                  <a:lnTo>
                    <a:pt x="274" y="1393"/>
                  </a:lnTo>
                  <a:lnTo>
                    <a:pt x="274" y="1155"/>
                  </a:lnTo>
                  <a:close/>
                  <a:moveTo>
                    <a:pt x="679" y="1274"/>
                  </a:moveTo>
                  <a:lnTo>
                    <a:pt x="405" y="1441"/>
                  </a:lnTo>
                  <a:lnTo>
                    <a:pt x="405" y="1679"/>
                  </a:lnTo>
                  <a:lnTo>
                    <a:pt x="679" y="1512"/>
                  </a:lnTo>
                  <a:lnTo>
                    <a:pt x="679" y="1274"/>
                  </a:lnTo>
                  <a:close/>
                  <a:moveTo>
                    <a:pt x="274" y="1512"/>
                  </a:moveTo>
                  <a:lnTo>
                    <a:pt x="0" y="1667"/>
                  </a:lnTo>
                  <a:lnTo>
                    <a:pt x="0" y="1905"/>
                  </a:lnTo>
                  <a:lnTo>
                    <a:pt x="274" y="1751"/>
                  </a:lnTo>
                  <a:lnTo>
                    <a:pt x="274" y="151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 name="Text Box 1"/>
          <p:cNvSpPr txBox="1"/>
          <p:nvPr/>
        </p:nvSpPr>
        <p:spPr>
          <a:xfrm>
            <a:off x="179705" y="660400"/>
            <a:ext cx="4441825" cy="4154170"/>
          </a:xfrm>
          <a:prstGeom prst="rect">
            <a:avLst/>
          </a:prstGeom>
          <a:noFill/>
        </p:spPr>
        <p:txBody>
          <a:bodyPr wrap="square" rtlCol="0" anchor="t">
            <a:spAutoFit/>
          </a:bodyPr>
          <a:p>
            <a:pPr algn="just"/>
            <a:r>
              <a:rPr lang="en-US" sz="1200"/>
              <a:t>Se requiere una base de datos que pueda almacenar libros por genero, miembros y prestamos los requerimientos son:</a:t>
            </a:r>
            <a:endParaRPr lang="en-US" sz="1200"/>
          </a:p>
          <a:p>
            <a:pPr algn="just"/>
            <a:endParaRPr lang="en-US" sz="1200"/>
          </a:p>
          <a:p>
            <a:pPr algn="just"/>
            <a:r>
              <a:rPr lang="en-US" sz="1200"/>
              <a:t>Libros: Necesitamos almacenar información sobre cada libro: título, autor, publicación, editorial y el género al que pertenece.</a:t>
            </a:r>
            <a:endParaRPr lang="en-US" sz="1200"/>
          </a:p>
          <a:p>
            <a:pPr algn="just"/>
            <a:endParaRPr lang="en-US" sz="1200"/>
          </a:p>
          <a:p>
            <a:pPr algn="just"/>
            <a:r>
              <a:rPr lang="en-US" sz="1200"/>
              <a:t>Miembros: La biblioteca necesita registrar información sobre sus miembros: nombre, dirección, número de teléfono y fecha de registro.</a:t>
            </a:r>
            <a:endParaRPr lang="en-US" sz="1200"/>
          </a:p>
          <a:p>
            <a:pPr algn="just"/>
            <a:endParaRPr lang="en-US" sz="1200"/>
          </a:p>
          <a:p>
            <a:pPr algn="just"/>
            <a:r>
              <a:rPr lang="en-US" sz="1200"/>
              <a:t>Préstamos: Se debe registrar quién tomó prestado qué libro y cuándo, así como la fecha de devolución esperada y la fecha real de devolución (si ya se devolvió).</a:t>
            </a:r>
            <a:endParaRPr lang="en-US" sz="1200"/>
          </a:p>
          <a:p>
            <a:pPr algn="just"/>
            <a:endParaRPr lang="en-US" sz="1200"/>
          </a:p>
          <a:p>
            <a:pPr algn="just"/>
            <a:r>
              <a:rPr lang="en-US" sz="1200"/>
              <a:t>Géneros: Necesitamos una lista de los diferentes géneros de libros disponibles.</a:t>
            </a:r>
            <a:endParaRPr lang="en-US" sz="1200"/>
          </a:p>
          <a:p>
            <a:pPr algn="just"/>
            <a:endParaRPr lang="en-US" sz="1200"/>
          </a:p>
          <a:p>
            <a:pPr algn="just"/>
            <a:r>
              <a:rPr lang="en-US" sz="1200"/>
              <a:t>Historial de Devoluciones: Necesitamos que se guarden los historiales de todos los libros devueltos</a:t>
            </a:r>
            <a:endParaRPr lang="en-US" sz="1200"/>
          </a:p>
        </p:txBody>
      </p:sp>
      <p:sp>
        <p:nvSpPr>
          <p:cNvPr id="6" name="Text Box 5"/>
          <p:cNvSpPr txBox="1"/>
          <p:nvPr/>
        </p:nvSpPr>
        <p:spPr>
          <a:xfrm>
            <a:off x="180975" y="194945"/>
            <a:ext cx="1790700" cy="337185"/>
          </a:xfrm>
          <a:prstGeom prst="rect">
            <a:avLst/>
          </a:prstGeom>
          <a:noFill/>
        </p:spPr>
        <p:txBody>
          <a:bodyPr wrap="none" rtlCol="0" anchor="t">
            <a:spAutoFit/>
          </a:bodyPr>
          <a:p>
            <a:pPr algn="just"/>
            <a:r>
              <a:rPr lang="en-US" sz="1600">
                <a:sym typeface="+mn-ea"/>
              </a:rPr>
              <a:t>Requerimientos</a:t>
            </a:r>
            <a:endParaRPr lang="en-US" sz="160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107" name="Shape 1107"/>
        <p:cNvGrpSpPr/>
        <p:nvPr/>
      </p:nvGrpSpPr>
      <p:grpSpPr>
        <a:xfrm>
          <a:off x="0" y="0"/>
          <a:ext cx="0" cy="0"/>
          <a:chOff x="0" y="0"/>
          <a:chExt cx="0" cy="0"/>
        </a:xfrm>
      </p:grpSpPr>
      <p:sp>
        <p:nvSpPr>
          <p:cNvPr id="1142" name="Google Shape;1142;p20"/>
          <p:cNvSpPr/>
          <p:nvPr/>
        </p:nvSpPr>
        <p:spPr>
          <a:xfrm>
            <a:off x="2715895" y="224155"/>
            <a:ext cx="3726815" cy="721995"/>
          </a:xfrm>
          <a:prstGeom prst="roundRect">
            <a:avLst>
              <a:gd name="adj" fmla="val 16667"/>
            </a:avLst>
          </a:prstGeom>
          <a:gradFill>
            <a:gsLst>
              <a:gs pos="0">
                <a:schemeClr val="accent1"/>
              </a:gs>
              <a:gs pos="100000">
                <a:schemeClr val="accent2"/>
              </a:gs>
            </a:gsLst>
            <a:lin ang="0" scaled="0"/>
          </a:gra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0" name="Google Shape;1110;p20"/>
          <p:cNvSpPr/>
          <p:nvPr/>
        </p:nvSpPr>
        <p:spPr>
          <a:xfrm>
            <a:off x="2715895" y="205740"/>
            <a:ext cx="3726815" cy="742315"/>
          </a:xfrm>
          <a:prstGeom prst="roundRect">
            <a:avLst>
              <a:gd name="adj" fmla="val 16667"/>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4" name="Google Shape;1144;p20"/>
          <p:cNvSpPr txBox="1"/>
          <p:nvPr/>
        </p:nvSpPr>
        <p:spPr>
          <a:xfrm>
            <a:off x="3048635" y="421005"/>
            <a:ext cx="3050540" cy="34353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1800">
                <a:solidFill>
                  <a:schemeClr val="lt1"/>
                </a:solidFill>
                <a:latin typeface="Fira Sans Extra Condensed SemiBold"/>
                <a:ea typeface="Fira Sans Extra Condensed SemiBold"/>
                <a:cs typeface="Fira Sans Extra Condensed SemiBold"/>
                <a:sym typeface="Fira Sans Extra Condensed SemiBold"/>
              </a:rPr>
              <a:t>Creacion de las Base de Datos</a:t>
            </a:r>
            <a:endParaRPr lang="en-US" altLang="en-GB" sz="1800">
              <a:solidFill>
                <a:schemeClr val="lt1"/>
              </a:solidFill>
              <a:latin typeface="Fira Sans Extra Condensed SemiBold"/>
              <a:ea typeface="Fira Sans Extra Condensed SemiBold"/>
              <a:cs typeface="Fira Sans Extra Condensed SemiBold"/>
              <a:sym typeface="Fira Sans Extra Condensed SemiBold"/>
            </a:endParaRPr>
          </a:p>
        </p:txBody>
      </p:sp>
      <p:pic>
        <p:nvPicPr>
          <p:cNvPr id="2" name="Picture 1" descr="WhatsApp Image 2025-05-16 at 11.08.35 PM"/>
          <p:cNvPicPr>
            <a:picLocks noChangeAspect="1"/>
          </p:cNvPicPr>
          <p:nvPr/>
        </p:nvPicPr>
        <p:blipFill>
          <a:blip r:embed="rId1"/>
          <a:stretch>
            <a:fillRect/>
          </a:stretch>
        </p:blipFill>
        <p:spPr>
          <a:xfrm>
            <a:off x="769620" y="1333500"/>
            <a:ext cx="7620000" cy="28549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07" name="Shape 1107"/>
        <p:cNvGrpSpPr/>
        <p:nvPr/>
      </p:nvGrpSpPr>
      <p:grpSpPr>
        <a:xfrm>
          <a:off x="0" y="0"/>
          <a:ext cx="0" cy="0"/>
          <a:chOff x="0" y="0"/>
          <a:chExt cx="0" cy="0"/>
        </a:xfrm>
      </p:grpSpPr>
      <p:sp>
        <p:nvSpPr>
          <p:cNvPr id="1142" name="Google Shape;1142;p20"/>
          <p:cNvSpPr/>
          <p:nvPr/>
        </p:nvSpPr>
        <p:spPr>
          <a:xfrm>
            <a:off x="2715895" y="354330"/>
            <a:ext cx="3726815" cy="532130"/>
          </a:xfrm>
          <a:prstGeom prst="roundRect">
            <a:avLst>
              <a:gd name="adj" fmla="val 16667"/>
            </a:avLst>
          </a:prstGeom>
          <a:gradFill>
            <a:gsLst>
              <a:gs pos="0">
                <a:schemeClr val="accent1"/>
              </a:gs>
              <a:gs pos="100000">
                <a:schemeClr val="accent2"/>
              </a:gs>
            </a:gsLst>
            <a:lin ang="0" scaled="0"/>
          </a:gra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0" name="Google Shape;1110;p20"/>
          <p:cNvSpPr/>
          <p:nvPr/>
        </p:nvSpPr>
        <p:spPr>
          <a:xfrm>
            <a:off x="2715895" y="339090"/>
            <a:ext cx="3726815" cy="547370"/>
          </a:xfrm>
          <a:prstGeom prst="roundRect">
            <a:avLst>
              <a:gd name="adj" fmla="val 16667"/>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4" name="Google Shape;1144;p20"/>
          <p:cNvSpPr txBox="1"/>
          <p:nvPr/>
        </p:nvSpPr>
        <p:spPr>
          <a:xfrm>
            <a:off x="3048635" y="482600"/>
            <a:ext cx="3050540" cy="25336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1800">
                <a:solidFill>
                  <a:schemeClr val="lt1"/>
                </a:solidFill>
                <a:latin typeface="Fira Sans Extra Condensed SemiBold"/>
                <a:ea typeface="Fira Sans Extra Condensed SemiBold"/>
                <a:cs typeface="Fira Sans Extra Condensed SemiBold"/>
                <a:sym typeface="Fira Sans Extra Condensed SemiBold"/>
              </a:rPr>
              <a:t>Creacion de las tablas</a:t>
            </a:r>
            <a:endParaRPr lang="en-US" altLang="en-GB" sz="1800">
              <a:solidFill>
                <a:schemeClr val="lt1"/>
              </a:solidFill>
              <a:latin typeface="Fira Sans Extra Condensed SemiBold"/>
              <a:ea typeface="Fira Sans Extra Condensed SemiBold"/>
              <a:cs typeface="Fira Sans Extra Condensed SemiBold"/>
              <a:sym typeface="Fira Sans Extra Condensed SemiBold"/>
            </a:endParaRPr>
          </a:p>
        </p:txBody>
      </p:sp>
      <p:pic>
        <p:nvPicPr>
          <p:cNvPr id="2" name="Picture 1" descr="WhatsApp Image 2025-05-16 at 11.10.50 PM(1)"/>
          <p:cNvPicPr>
            <a:picLocks noChangeAspect="1"/>
          </p:cNvPicPr>
          <p:nvPr/>
        </p:nvPicPr>
        <p:blipFill>
          <a:blip r:embed="rId1"/>
          <a:stretch>
            <a:fillRect/>
          </a:stretch>
        </p:blipFill>
        <p:spPr>
          <a:xfrm>
            <a:off x="4196080" y="3375660"/>
            <a:ext cx="4685030" cy="1256030"/>
          </a:xfrm>
          <a:prstGeom prst="rect">
            <a:avLst/>
          </a:prstGeom>
        </p:spPr>
      </p:pic>
      <p:sp>
        <p:nvSpPr>
          <p:cNvPr id="4" name="Google Shape;1142;p20"/>
          <p:cNvSpPr/>
          <p:nvPr/>
        </p:nvSpPr>
        <p:spPr>
          <a:xfrm>
            <a:off x="1483995" y="1212215"/>
            <a:ext cx="2416175" cy="394335"/>
          </a:xfrm>
          <a:prstGeom prst="roundRect">
            <a:avLst>
              <a:gd name="adj" fmla="val 16667"/>
            </a:avLst>
          </a:prstGeom>
          <a:gradFill>
            <a:gsLst>
              <a:gs pos="0">
                <a:schemeClr val="accent1"/>
              </a:gs>
              <a:gs pos="100000">
                <a:schemeClr val="accent2"/>
              </a:gs>
            </a:gsLst>
            <a:lin ang="0" scaled="0"/>
          </a:gra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 name="Google Shape;1110;p20"/>
          <p:cNvSpPr/>
          <p:nvPr/>
        </p:nvSpPr>
        <p:spPr>
          <a:xfrm>
            <a:off x="1483995" y="1201420"/>
            <a:ext cx="2415540" cy="405130"/>
          </a:xfrm>
          <a:prstGeom prst="roundRect">
            <a:avLst>
              <a:gd name="adj" fmla="val 16667"/>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 name="Google Shape;1144;p20"/>
          <p:cNvSpPr txBox="1"/>
          <p:nvPr/>
        </p:nvSpPr>
        <p:spPr>
          <a:xfrm>
            <a:off x="1483995" y="1342390"/>
            <a:ext cx="2407285" cy="155575"/>
          </a:xfrm>
          <a:prstGeom prst="rect">
            <a:avLst/>
          </a:prstGeom>
          <a:noFill/>
          <a:ln>
            <a:noFill/>
          </a:ln>
        </p:spPr>
        <p:txBody>
          <a:bodyPr spcFirstLastPara="1" wrap="square" lIns="91425" tIns="91425" rIns="91425" bIns="91425" anchor="ctr" anchorCtr="0">
            <a:noAutofit/>
          </a:bodyPr>
          <a:p>
            <a:pPr marL="0" lvl="0" indent="0" algn="ctr" rtl="0">
              <a:spcBef>
                <a:spcPts val="0"/>
              </a:spcBef>
              <a:spcAft>
                <a:spcPts val="0"/>
              </a:spcAft>
              <a:buNone/>
            </a:pPr>
            <a:r>
              <a:rPr lang="en-US" altLang="en-GB" sz="1600">
                <a:solidFill>
                  <a:schemeClr val="lt1"/>
                </a:solidFill>
                <a:latin typeface="Fira Sans Extra Condensed SemiBold"/>
                <a:ea typeface="Fira Sans Extra Condensed SemiBold"/>
                <a:cs typeface="Fira Sans Extra Condensed SemiBold"/>
                <a:sym typeface="Fira Sans Extra Condensed SemiBold"/>
              </a:rPr>
              <a:t>Tabla Libros</a:t>
            </a:r>
            <a:endParaRPr lang="en-US" altLang="en-GB" sz="16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7" name="Google Shape;1142;p20"/>
          <p:cNvSpPr/>
          <p:nvPr/>
        </p:nvSpPr>
        <p:spPr>
          <a:xfrm>
            <a:off x="5507990" y="2800350"/>
            <a:ext cx="2416175" cy="394335"/>
          </a:xfrm>
          <a:prstGeom prst="roundRect">
            <a:avLst>
              <a:gd name="adj" fmla="val 16667"/>
            </a:avLst>
          </a:prstGeom>
          <a:gradFill>
            <a:gsLst>
              <a:gs pos="0">
                <a:schemeClr val="accent1"/>
              </a:gs>
              <a:gs pos="100000">
                <a:schemeClr val="accent2"/>
              </a:gs>
            </a:gsLst>
            <a:lin ang="0" scaled="0"/>
          </a:gra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 name="Google Shape;1110;p20"/>
          <p:cNvSpPr/>
          <p:nvPr/>
        </p:nvSpPr>
        <p:spPr>
          <a:xfrm>
            <a:off x="5507990" y="2789555"/>
            <a:ext cx="2415540" cy="405130"/>
          </a:xfrm>
          <a:prstGeom prst="roundRect">
            <a:avLst>
              <a:gd name="adj" fmla="val 16667"/>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9" name="Google Shape;1144;p20"/>
          <p:cNvSpPr txBox="1"/>
          <p:nvPr/>
        </p:nvSpPr>
        <p:spPr>
          <a:xfrm>
            <a:off x="5507990" y="2930525"/>
            <a:ext cx="2407285" cy="155575"/>
          </a:xfrm>
          <a:prstGeom prst="rect">
            <a:avLst/>
          </a:prstGeom>
          <a:noFill/>
          <a:ln>
            <a:noFill/>
          </a:ln>
        </p:spPr>
        <p:txBody>
          <a:bodyPr spcFirstLastPara="1" wrap="square" lIns="91425" tIns="91425" rIns="91425" bIns="91425" anchor="ctr" anchorCtr="0">
            <a:noAutofit/>
          </a:bodyPr>
          <a:p>
            <a:pPr marL="0" lvl="0" indent="0" algn="ctr" rtl="0">
              <a:spcBef>
                <a:spcPts val="0"/>
              </a:spcBef>
              <a:spcAft>
                <a:spcPts val="0"/>
              </a:spcAft>
              <a:buNone/>
            </a:pPr>
            <a:r>
              <a:rPr lang="en-US" altLang="en-GB" sz="1600">
                <a:solidFill>
                  <a:schemeClr val="lt1"/>
                </a:solidFill>
                <a:latin typeface="Fira Sans Extra Condensed SemiBold"/>
                <a:ea typeface="Fira Sans Extra Condensed SemiBold"/>
                <a:cs typeface="Fira Sans Extra Condensed SemiBold"/>
                <a:sym typeface="Fira Sans Extra Condensed SemiBold"/>
              </a:rPr>
              <a:t>Tabla Generos</a:t>
            </a:r>
            <a:endParaRPr lang="en-US" altLang="en-GB" sz="1600">
              <a:solidFill>
                <a:schemeClr val="lt1"/>
              </a:solidFill>
              <a:latin typeface="Fira Sans Extra Condensed SemiBold"/>
              <a:ea typeface="Fira Sans Extra Condensed SemiBold"/>
              <a:cs typeface="Fira Sans Extra Condensed SemiBold"/>
              <a:sym typeface="Fira Sans Extra Condensed SemiBold"/>
            </a:endParaRPr>
          </a:p>
        </p:txBody>
      </p:sp>
      <p:grpSp>
        <p:nvGrpSpPr>
          <p:cNvPr id="386" name="Google Shape;386;p17"/>
          <p:cNvGrpSpPr/>
          <p:nvPr/>
        </p:nvGrpSpPr>
        <p:grpSpPr>
          <a:xfrm>
            <a:off x="327188" y="3457364"/>
            <a:ext cx="1165988" cy="1568666"/>
            <a:chOff x="3478424" y="1308364"/>
            <a:chExt cx="2187185" cy="2942536"/>
          </a:xfrm>
        </p:grpSpPr>
        <p:sp>
          <p:nvSpPr>
            <p:cNvPr id="387" name="Google Shape;387;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88" name="Google Shape;388;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89" name="Google Shape;389;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0" name="Google Shape;390;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1" name="Google Shape;391;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2" name="Google Shape;392;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3" name="Google Shape;393;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4" name="Google Shape;394;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5" name="Google Shape;395;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6" name="Google Shape;396;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7" name="Google Shape;397;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8" name="Google Shape;398;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9" name="Google Shape;399;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0" name="Google Shape;400;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1" name="Google Shape;401;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2" name="Google Shape;402;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3" name="Google Shape;403;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4" name="Google Shape;404;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5" name="Google Shape;405;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6" name="Google Shape;406;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7" name="Google Shape;407;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8" name="Google Shape;408;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9" name="Google Shape;409;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0" name="Google Shape;410;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1" name="Google Shape;411;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2" name="Google Shape;412;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3" name="Google Shape;413;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4" name="Google Shape;414;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5" name="Google Shape;415;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6" name="Google Shape;416;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7" name="Google Shape;417;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8" name="Google Shape;418;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9" name="Google Shape;419;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0" name="Google Shape;420;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1" name="Google Shape;421;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2" name="Google Shape;422;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3" name="Google Shape;423;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4" name="Google Shape;424;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5" name="Google Shape;425;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6" name="Google Shape;426;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7" name="Google Shape;427;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8" name="Google Shape;428;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9" name="Google Shape;429;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430" name="Google Shape;430;p17"/>
            <p:cNvGrpSpPr/>
            <p:nvPr/>
          </p:nvGrpSpPr>
          <p:grpSpPr>
            <a:xfrm>
              <a:off x="3478424" y="1308364"/>
              <a:ext cx="2180470" cy="1878295"/>
              <a:chOff x="5553063" y="1487604"/>
              <a:chExt cx="1981525" cy="1707075"/>
            </a:xfrm>
          </p:grpSpPr>
          <p:sp>
            <p:nvSpPr>
              <p:cNvPr id="431" name="Google Shape;431;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32" name="Google Shape;432;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pic>
        <p:nvPicPr>
          <p:cNvPr id="14" name="Picture 13" descr="WhatsApp Image 2025-05-16 at 11.36.51 PM"/>
          <p:cNvPicPr>
            <a:picLocks noChangeAspect="1"/>
          </p:cNvPicPr>
          <p:nvPr/>
        </p:nvPicPr>
        <p:blipFill>
          <a:blip r:embed="rId2"/>
          <a:stretch>
            <a:fillRect/>
          </a:stretch>
        </p:blipFill>
        <p:spPr>
          <a:xfrm>
            <a:off x="179705" y="1724025"/>
            <a:ext cx="4737100" cy="11842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07" name="Shape 1107"/>
        <p:cNvGrpSpPr/>
        <p:nvPr/>
      </p:nvGrpSpPr>
      <p:grpSpPr>
        <a:xfrm>
          <a:off x="0" y="0"/>
          <a:ext cx="0" cy="0"/>
          <a:chOff x="0" y="0"/>
          <a:chExt cx="0" cy="0"/>
        </a:xfrm>
      </p:grpSpPr>
      <p:sp>
        <p:nvSpPr>
          <p:cNvPr id="1142" name="Google Shape;1142;p20"/>
          <p:cNvSpPr/>
          <p:nvPr/>
        </p:nvSpPr>
        <p:spPr>
          <a:xfrm>
            <a:off x="2715895" y="354330"/>
            <a:ext cx="3726815" cy="532130"/>
          </a:xfrm>
          <a:prstGeom prst="roundRect">
            <a:avLst>
              <a:gd name="adj" fmla="val 16667"/>
            </a:avLst>
          </a:prstGeom>
          <a:gradFill>
            <a:gsLst>
              <a:gs pos="0">
                <a:schemeClr val="accent1"/>
              </a:gs>
              <a:gs pos="100000">
                <a:schemeClr val="accent2"/>
              </a:gs>
            </a:gsLst>
            <a:lin ang="0" scaled="0"/>
          </a:gra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0" name="Google Shape;1110;p20"/>
          <p:cNvSpPr/>
          <p:nvPr/>
        </p:nvSpPr>
        <p:spPr>
          <a:xfrm>
            <a:off x="2715895" y="339090"/>
            <a:ext cx="3726815" cy="547370"/>
          </a:xfrm>
          <a:prstGeom prst="roundRect">
            <a:avLst>
              <a:gd name="adj" fmla="val 16667"/>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4" name="Google Shape;1144;p20"/>
          <p:cNvSpPr txBox="1"/>
          <p:nvPr/>
        </p:nvSpPr>
        <p:spPr>
          <a:xfrm>
            <a:off x="3048635" y="482600"/>
            <a:ext cx="3050540" cy="25336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1800">
                <a:solidFill>
                  <a:schemeClr val="lt1"/>
                </a:solidFill>
                <a:latin typeface="Fira Sans Extra Condensed SemiBold"/>
                <a:ea typeface="Fira Sans Extra Condensed SemiBold"/>
                <a:cs typeface="Fira Sans Extra Condensed SemiBold"/>
                <a:sym typeface="Fira Sans Extra Condensed SemiBold"/>
              </a:rPr>
              <a:t>Creacion de las tablas</a:t>
            </a:r>
            <a:endParaRPr lang="en-US" altLang="en-GB" sz="18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4" name="Google Shape;1142;p20"/>
          <p:cNvSpPr/>
          <p:nvPr/>
        </p:nvSpPr>
        <p:spPr>
          <a:xfrm>
            <a:off x="1483995" y="1212215"/>
            <a:ext cx="2416175" cy="394335"/>
          </a:xfrm>
          <a:prstGeom prst="roundRect">
            <a:avLst>
              <a:gd name="adj" fmla="val 16667"/>
            </a:avLst>
          </a:prstGeom>
          <a:gradFill>
            <a:gsLst>
              <a:gs pos="0">
                <a:schemeClr val="accent1"/>
              </a:gs>
              <a:gs pos="100000">
                <a:schemeClr val="accent2"/>
              </a:gs>
            </a:gsLst>
            <a:lin ang="0" scaled="0"/>
          </a:gra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 name="Google Shape;1110;p20"/>
          <p:cNvSpPr/>
          <p:nvPr/>
        </p:nvSpPr>
        <p:spPr>
          <a:xfrm>
            <a:off x="1483995" y="1201420"/>
            <a:ext cx="2415540" cy="405130"/>
          </a:xfrm>
          <a:prstGeom prst="roundRect">
            <a:avLst>
              <a:gd name="adj" fmla="val 16667"/>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 name="Google Shape;1144;p20"/>
          <p:cNvSpPr txBox="1"/>
          <p:nvPr/>
        </p:nvSpPr>
        <p:spPr>
          <a:xfrm>
            <a:off x="1483995" y="1342390"/>
            <a:ext cx="2407285" cy="155575"/>
          </a:xfrm>
          <a:prstGeom prst="rect">
            <a:avLst/>
          </a:prstGeom>
          <a:noFill/>
          <a:ln>
            <a:noFill/>
          </a:ln>
        </p:spPr>
        <p:txBody>
          <a:bodyPr spcFirstLastPara="1" wrap="square" lIns="91425" tIns="91425" rIns="91425" bIns="91425" anchor="ctr" anchorCtr="0">
            <a:noAutofit/>
          </a:bodyPr>
          <a:p>
            <a:pPr marL="0" lvl="0" indent="0" algn="ctr" rtl="0">
              <a:spcBef>
                <a:spcPts val="0"/>
              </a:spcBef>
              <a:spcAft>
                <a:spcPts val="0"/>
              </a:spcAft>
              <a:buNone/>
            </a:pPr>
            <a:r>
              <a:rPr lang="en-US" altLang="en-GB" sz="1600">
                <a:solidFill>
                  <a:schemeClr val="lt1"/>
                </a:solidFill>
                <a:latin typeface="Fira Sans Extra Condensed SemiBold"/>
                <a:ea typeface="Fira Sans Extra Condensed SemiBold"/>
                <a:cs typeface="Fira Sans Extra Condensed SemiBold"/>
                <a:sym typeface="Fira Sans Extra Condensed SemiBold"/>
              </a:rPr>
              <a:t>Tabla Miembro</a:t>
            </a:r>
            <a:endParaRPr lang="en-US" altLang="en-GB" sz="16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7" name="Google Shape;1142;p20"/>
          <p:cNvSpPr/>
          <p:nvPr/>
        </p:nvSpPr>
        <p:spPr>
          <a:xfrm>
            <a:off x="5507990" y="2943860"/>
            <a:ext cx="2416175" cy="394335"/>
          </a:xfrm>
          <a:prstGeom prst="roundRect">
            <a:avLst>
              <a:gd name="adj" fmla="val 16667"/>
            </a:avLst>
          </a:prstGeom>
          <a:gradFill>
            <a:gsLst>
              <a:gs pos="0">
                <a:schemeClr val="accent1"/>
              </a:gs>
              <a:gs pos="100000">
                <a:schemeClr val="accent2"/>
              </a:gs>
            </a:gsLst>
            <a:lin ang="0" scaled="0"/>
          </a:gra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 name="Google Shape;1110;p20"/>
          <p:cNvSpPr/>
          <p:nvPr/>
        </p:nvSpPr>
        <p:spPr>
          <a:xfrm>
            <a:off x="5507990" y="2933065"/>
            <a:ext cx="2415540" cy="405130"/>
          </a:xfrm>
          <a:prstGeom prst="roundRect">
            <a:avLst>
              <a:gd name="adj" fmla="val 16667"/>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9" name="Google Shape;1144;p20"/>
          <p:cNvSpPr txBox="1"/>
          <p:nvPr/>
        </p:nvSpPr>
        <p:spPr>
          <a:xfrm>
            <a:off x="5507990" y="3074035"/>
            <a:ext cx="2407285" cy="155575"/>
          </a:xfrm>
          <a:prstGeom prst="rect">
            <a:avLst/>
          </a:prstGeom>
          <a:noFill/>
          <a:ln>
            <a:noFill/>
          </a:ln>
        </p:spPr>
        <p:txBody>
          <a:bodyPr spcFirstLastPara="1" wrap="square" lIns="91425" tIns="91425" rIns="91425" bIns="91425" anchor="ctr" anchorCtr="0">
            <a:noAutofit/>
          </a:bodyPr>
          <a:p>
            <a:pPr marL="0" lvl="0" indent="0" algn="ctr" rtl="0">
              <a:spcBef>
                <a:spcPts val="0"/>
              </a:spcBef>
              <a:spcAft>
                <a:spcPts val="0"/>
              </a:spcAft>
              <a:buNone/>
            </a:pPr>
            <a:r>
              <a:rPr lang="en-US" altLang="en-GB" sz="1600">
                <a:solidFill>
                  <a:schemeClr val="lt1"/>
                </a:solidFill>
                <a:latin typeface="Fira Sans Extra Condensed SemiBold"/>
                <a:ea typeface="Fira Sans Extra Condensed SemiBold"/>
                <a:cs typeface="Fira Sans Extra Condensed SemiBold"/>
                <a:sym typeface="Fira Sans Extra Condensed SemiBold"/>
              </a:rPr>
              <a:t>Tabla Prestamos</a:t>
            </a:r>
            <a:endParaRPr lang="en-US" altLang="en-GB" sz="1600">
              <a:solidFill>
                <a:schemeClr val="lt1"/>
              </a:solidFill>
              <a:latin typeface="Fira Sans Extra Condensed SemiBold"/>
              <a:ea typeface="Fira Sans Extra Condensed SemiBold"/>
              <a:cs typeface="Fira Sans Extra Condensed SemiBold"/>
              <a:sym typeface="Fira Sans Extra Condensed SemiBold"/>
            </a:endParaRPr>
          </a:p>
        </p:txBody>
      </p:sp>
      <p:grpSp>
        <p:nvGrpSpPr>
          <p:cNvPr id="386" name="Google Shape;386;p17"/>
          <p:cNvGrpSpPr/>
          <p:nvPr/>
        </p:nvGrpSpPr>
        <p:grpSpPr>
          <a:xfrm>
            <a:off x="327188" y="3457364"/>
            <a:ext cx="1165988" cy="1568666"/>
            <a:chOff x="3478424" y="1308364"/>
            <a:chExt cx="2187185" cy="2942536"/>
          </a:xfrm>
        </p:grpSpPr>
        <p:sp>
          <p:nvSpPr>
            <p:cNvPr id="387" name="Google Shape;387;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88" name="Google Shape;388;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89" name="Google Shape;389;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0" name="Google Shape;390;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1" name="Google Shape;391;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2" name="Google Shape;392;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3" name="Google Shape;393;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4" name="Google Shape;394;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5" name="Google Shape;395;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6" name="Google Shape;396;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7" name="Google Shape;397;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8" name="Google Shape;398;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9" name="Google Shape;399;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0" name="Google Shape;400;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1" name="Google Shape;401;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2" name="Google Shape;402;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3" name="Google Shape;403;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4" name="Google Shape;404;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5" name="Google Shape;405;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6" name="Google Shape;406;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7" name="Google Shape;407;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8" name="Google Shape;408;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9" name="Google Shape;409;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0" name="Google Shape;410;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1" name="Google Shape;411;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2" name="Google Shape;412;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3" name="Google Shape;413;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4" name="Google Shape;414;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5" name="Google Shape;415;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6" name="Google Shape;416;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7" name="Google Shape;417;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8" name="Google Shape;418;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9" name="Google Shape;419;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0" name="Google Shape;420;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1" name="Google Shape;421;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2" name="Google Shape;422;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3" name="Google Shape;423;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4" name="Google Shape;424;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5" name="Google Shape;425;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6" name="Google Shape;426;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7" name="Google Shape;427;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8" name="Google Shape;428;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9" name="Google Shape;429;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430" name="Google Shape;430;p17"/>
            <p:cNvGrpSpPr/>
            <p:nvPr/>
          </p:nvGrpSpPr>
          <p:grpSpPr>
            <a:xfrm>
              <a:off x="3478424" y="1308364"/>
              <a:ext cx="2180470" cy="1878295"/>
              <a:chOff x="5553063" y="1487604"/>
              <a:chExt cx="1981525" cy="1707075"/>
            </a:xfrm>
          </p:grpSpPr>
          <p:sp>
            <p:nvSpPr>
              <p:cNvPr id="431" name="Google Shape;431;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32" name="Google Shape;432;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pic>
        <p:nvPicPr>
          <p:cNvPr id="2" name="Picture 1" descr="WhatsApp Image 2025-05-16 at 11.13.32 PM(1)"/>
          <p:cNvPicPr>
            <a:picLocks noChangeAspect="1"/>
          </p:cNvPicPr>
          <p:nvPr/>
        </p:nvPicPr>
        <p:blipFill>
          <a:blip r:embed="rId1"/>
          <a:stretch>
            <a:fillRect/>
          </a:stretch>
        </p:blipFill>
        <p:spPr>
          <a:xfrm>
            <a:off x="179705" y="1707515"/>
            <a:ext cx="4721860" cy="1221105"/>
          </a:xfrm>
          <a:prstGeom prst="rect">
            <a:avLst/>
          </a:prstGeom>
        </p:spPr>
      </p:pic>
      <p:pic>
        <p:nvPicPr>
          <p:cNvPr id="3" name="Picture 2" descr="WhatsApp Image 2025-05-16 at 11.14.29 PM(1)"/>
          <p:cNvPicPr>
            <a:picLocks noChangeAspect="1"/>
          </p:cNvPicPr>
          <p:nvPr/>
        </p:nvPicPr>
        <p:blipFill>
          <a:blip r:embed="rId2"/>
          <a:stretch>
            <a:fillRect/>
          </a:stretch>
        </p:blipFill>
        <p:spPr>
          <a:xfrm>
            <a:off x="4212590" y="3457575"/>
            <a:ext cx="4650105" cy="14179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07" name="Shape 1107"/>
        <p:cNvGrpSpPr/>
        <p:nvPr/>
      </p:nvGrpSpPr>
      <p:grpSpPr>
        <a:xfrm>
          <a:off x="0" y="0"/>
          <a:ext cx="0" cy="0"/>
          <a:chOff x="0" y="0"/>
          <a:chExt cx="0" cy="0"/>
        </a:xfrm>
      </p:grpSpPr>
      <p:sp>
        <p:nvSpPr>
          <p:cNvPr id="1142" name="Google Shape;1142;p20"/>
          <p:cNvSpPr/>
          <p:nvPr/>
        </p:nvSpPr>
        <p:spPr>
          <a:xfrm>
            <a:off x="2715895" y="354330"/>
            <a:ext cx="3726815" cy="532130"/>
          </a:xfrm>
          <a:prstGeom prst="roundRect">
            <a:avLst>
              <a:gd name="adj" fmla="val 16667"/>
            </a:avLst>
          </a:prstGeom>
          <a:gradFill>
            <a:gsLst>
              <a:gs pos="0">
                <a:schemeClr val="accent1"/>
              </a:gs>
              <a:gs pos="100000">
                <a:schemeClr val="accent2"/>
              </a:gs>
            </a:gsLst>
            <a:lin ang="0" scaled="0"/>
          </a:gra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0" name="Google Shape;1110;p20"/>
          <p:cNvSpPr/>
          <p:nvPr/>
        </p:nvSpPr>
        <p:spPr>
          <a:xfrm>
            <a:off x="2715895" y="339090"/>
            <a:ext cx="3726815" cy="547370"/>
          </a:xfrm>
          <a:prstGeom prst="roundRect">
            <a:avLst>
              <a:gd name="adj" fmla="val 16667"/>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4" name="Google Shape;1144;p20"/>
          <p:cNvSpPr txBox="1"/>
          <p:nvPr/>
        </p:nvSpPr>
        <p:spPr>
          <a:xfrm>
            <a:off x="3048635" y="482600"/>
            <a:ext cx="3050540" cy="25336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1800">
                <a:solidFill>
                  <a:schemeClr val="lt1"/>
                </a:solidFill>
                <a:latin typeface="Fira Sans Extra Condensed SemiBold"/>
                <a:ea typeface="Fira Sans Extra Condensed SemiBold"/>
                <a:cs typeface="Fira Sans Extra Condensed SemiBold"/>
                <a:sym typeface="Fira Sans Extra Condensed SemiBold"/>
              </a:rPr>
              <a:t>Creacion de las tablas</a:t>
            </a:r>
            <a:endParaRPr lang="en-US" altLang="en-GB" sz="18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4" name="Google Shape;1142;p20"/>
          <p:cNvSpPr/>
          <p:nvPr/>
        </p:nvSpPr>
        <p:spPr>
          <a:xfrm>
            <a:off x="1483995" y="1212215"/>
            <a:ext cx="2416175" cy="394335"/>
          </a:xfrm>
          <a:prstGeom prst="roundRect">
            <a:avLst>
              <a:gd name="adj" fmla="val 16667"/>
            </a:avLst>
          </a:prstGeom>
          <a:gradFill>
            <a:gsLst>
              <a:gs pos="0">
                <a:schemeClr val="accent1"/>
              </a:gs>
              <a:gs pos="100000">
                <a:schemeClr val="accent2"/>
              </a:gs>
            </a:gsLst>
            <a:lin ang="0" scaled="0"/>
          </a:gra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 name="Google Shape;1110;p20"/>
          <p:cNvSpPr/>
          <p:nvPr/>
        </p:nvSpPr>
        <p:spPr>
          <a:xfrm>
            <a:off x="1483995" y="1201420"/>
            <a:ext cx="2415540" cy="405130"/>
          </a:xfrm>
          <a:prstGeom prst="roundRect">
            <a:avLst>
              <a:gd name="adj" fmla="val 16667"/>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 name="Google Shape;1144;p20"/>
          <p:cNvSpPr txBox="1"/>
          <p:nvPr/>
        </p:nvSpPr>
        <p:spPr>
          <a:xfrm>
            <a:off x="1483995" y="1342390"/>
            <a:ext cx="2407285" cy="155575"/>
          </a:xfrm>
          <a:prstGeom prst="rect">
            <a:avLst/>
          </a:prstGeom>
          <a:noFill/>
          <a:ln>
            <a:noFill/>
          </a:ln>
        </p:spPr>
        <p:txBody>
          <a:bodyPr spcFirstLastPara="1" wrap="square" lIns="91425" tIns="91425" rIns="91425" bIns="91425" anchor="ctr" anchorCtr="0">
            <a:noAutofit/>
          </a:bodyPr>
          <a:p>
            <a:pPr marL="0" lvl="0" indent="0" algn="ctr" rtl="0">
              <a:spcBef>
                <a:spcPts val="0"/>
              </a:spcBef>
              <a:spcAft>
                <a:spcPts val="0"/>
              </a:spcAft>
              <a:buNone/>
            </a:pPr>
            <a:r>
              <a:rPr lang="en-US" altLang="en-GB" sz="1600">
                <a:solidFill>
                  <a:schemeClr val="lt1"/>
                </a:solidFill>
                <a:latin typeface="Fira Sans Extra Condensed SemiBold"/>
                <a:ea typeface="Fira Sans Extra Condensed SemiBold"/>
                <a:cs typeface="Fira Sans Extra Condensed SemiBold"/>
                <a:sym typeface="Fira Sans Extra Condensed SemiBold"/>
              </a:rPr>
              <a:t>Tabla Devoluciones</a:t>
            </a:r>
            <a:endParaRPr lang="en-US" altLang="en-GB" sz="1600">
              <a:solidFill>
                <a:schemeClr val="lt1"/>
              </a:solidFill>
              <a:latin typeface="Fira Sans Extra Condensed SemiBold"/>
              <a:ea typeface="Fira Sans Extra Condensed SemiBold"/>
              <a:cs typeface="Fira Sans Extra Condensed SemiBold"/>
              <a:sym typeface="Fira Sans Extra Condensed SemiBold"/>
            </a:endParaRPr>
          </a:p>
        </p:txBody>
      </p:sp>
      <p:grpSp>
        <p:nvGrpSpPr>
          <p:cNvPr id="386" name="Google Shape;386;p17"/>
          <p:cNvGrpSpPr/>
          <p:nvPr/>
        </p:nvGrpSpPr>
        <p:grpSpPr>
          <a:xfrm>
            <a:off x="6347623" y="3417359"/>
            <a:ext cx="1165988" cy="1568666"/>
            <a:chOff x="3478424" y="1308364"/>
            <a:chExt cx="2187185" cy="2942536"/>
          </a:xfrm>
        </p:grpSpPr>
        <p:sp>
          <p:nvSpPr>
            <p:cNvPr id="387" name="Google Shape;387;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88" name="Google Shape;388;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89" name="Google Shape;389;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0" name="Google Shape;390;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1" name="Google Shape;391;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2" name="Google Shape;392;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3" name="Google Shape;393;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4" name="Google Shape;394;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5" name="Google Shape;395;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6" name="Google Shape;396;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7" name="Google Shape;397;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8" name="Google Shape;398;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9" name="Google Shape;399;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0" name="Google Shape;400;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1" name="Google Shape;401;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2" name="Google Shape;402;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3" name="Google Shape;403;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4" name="Google Shape;404;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5" name="Google Shape;405;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6" name="Google Shape;406;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7" name="Google Shape;407;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8" name="Google Shape;408;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9" name="Google Shape;409;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0" name="Google Shape;410;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1" name="Google Shape;411;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2" name="Google Shape;412;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3" name="Google Shape;413;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4" name="Google Shape;414;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5" name="Google Shape;415;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6" name="Google Shape;416;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7" name="Google Shape;417;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8" name="Google Shape;418;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9" name="Google Shape;419;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0" name="Google Shape;420;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1" name="Google Shape;421;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2" name="Google Shape;422;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3" name="Google Shape;423;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4" name="Google Shape;424;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5" name="Google Shape;425;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6" name="Google Shape;426;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7" name="Google Shape;427;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8" name="Google Shape;428;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9" name="Google Shape;429;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430" name="Google Shape;430;p17"/>
            <p:cNvGrpSpPr/>
            <p:nvPr/>
          </p:nvGrpSpPr>
          <p:grpSpPr>
            <a:xfrm>
              <a:off x="3478424" y="1308364"/>
              <a:ext cx="2180470" cy="1878295"/>
              <a:chOff x="5553063" y="1487604"/>
              <a:chExt cx="1981525" cy="1707075"/>
            </a:xfrm>
          </p:grpSpPr>
          <p:sp>
            <p:nvSpPr>
              <p:cNvPr id="431" name="Google Shape;431;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32" name="Google Shape;432;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pic>
        <p:nvPicPr>
          <p:cNvPr id="2" name="Picture 1" descr="WhatsApp Image 2025-05-17 at 12.14.27 AM"/>
          <p:cNvPicPr>
            <a:picLocks noChangeAspect="1"/>
          </p:cNvPicPr>
          <p:nvPr/>
        </p:nvPicPr>
        <p:blipFill>
          <a:blip r:embed="rId1"/>
          <a:stretch>
            <a:fillRect/>
          </a:stretch>
        </p:blipFill>
        <p:spPr>
          <a:xfrm>
            <a:off x="467995" y="1851660"/>
            <a:ext cx="5277485" cy="16249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07" name="Shape 1107"/>
        <p:cNvGrpSpPr/>
        <p:nvPr/>
      </p:nvGrpSpPr>
      <p:grpSpPr>
        <a:xfrm>
          <a:off x="0" y="0"/>
          <a:ext cx="0" cy="0"/>
          <a:chOff x="0" y="0"/>
          <a:chExt cx="0" cy="0"/>
        </a:xfrm>
      </p:grpSpPr>
      <p:sp>
        <p:nvSpPr>
          <p:cNvPr id="1142" name="Google Shape;1142;p20"/>
          <p:cNvSpPr/>
          <p:nvPr/>
        </p:nvSpPr>
        <p:spPr>
          <a:xfrm>
            <a:off x="2715895" y="354330"/>
            <a:ext cx="3726815" cy="532130"/>
          </a:xfrm>
          <a:prstGeom prst="roundRect">
            <a:avLst>
              <a:gd name="adj" fmla="val 16667"/>
            </a:avLst>
          </a:prstGeom>
          <a:gradFill>
            <a:gsLst>
              <a:gs pos="0">
                <a:schemeClr val="accent1"/>
              </a:gs>
              <a:gs pos="100000">
                <a:schemeClr val="accent2"/>
              </a:gs>
            </a:gsLst>
            <a:lin ang="0" scaled="0"/>
          </a:gra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0" name="Google Shape;1110;p20"/>
          <p:cNvSpPr/>
          <p:nvPr/>
        </p:nvSpPr>
        <p:spPr>
          <a:xfrm>
            <a:off x="2715895" y="339090"/>
            <a:ext cx="3726815" cy="547370"/>
          </a:xfrm>
          <a:prstGeom prst="roundRect">
            <a:avLst>
              <a:gd name="adj" fmla="val 16667"/>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4" name="Google Shape;1144;p20"/>
          <p:cNvSpPr txBox="1"/>
          <p:nvPr/>
        </p:nvSpPr>
        <p:spPr>
          <a:xfrm>
            <a:off x="3048635" y="482600"/>
            <a:ext cx="3050540" cy="25336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1800">
                <a:solidFill>
                  <a:schemeClr val="lt1"/>
                </a:solidFill>
                <a:latin typeface="Fira Sans Extra Condensed SemiBold"/>
                <a:ea typeface="Fira Sans Extra Condensed SemiBold"/>
                <a:cs typeface="Fira Sans Extra Condensed SemiBold"/>
                <a:sym typeface="Fira Sans Extra Condensed SemiBold"/>
              </a:rPr>
              <a:t>Trigger</a:t>
            </a:r>
            <a:endParaRPr lang="en-US" altLang="en-GB" sz="1800">
              <a:solidFill>
                <a:schemeClr val="lt1"/>
              </a:solidFill>
              <a:latin typeface="Fira Sans Extra Condensed SemiBold"/>
              <a:ea typeface="Fira Sans Extra Condensed SemiBold"/>
              <a:cs typeface="Fira Sans Extra Condensed SemiBold"/>
              <a:sym typeface="Fira Sans Extra Condensed SemiBold"/>
            </a:endParaRPr>
          </a:p>
        </p:txBody>
      </p:sp>
      <p:grpSp>
        <p:nvGrpSpPr>
          <p:cNvPr id="386" name="Google Shape;386;p17"/>
          <p:cNvGrpSpPr/>
          <p:nvPr/>
        </p:nvGrpSpPr>
        <p:grpSpPr>
          <a:xfrm>
            <a:off x="327188" y="3457364"/>
            <a:ext cx="1165988" cy="1568666"/>
            <a:chOff x="3478424" y="1308364"/>
            <a:chExt cx="2187185" cy="2942536"/>
          </a:xfrm>
        </p:grpSpPr>
        <p:sp>
          <p:nvSpPr>
            <p:cNvPr id="387" name="Google Shape;387;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88" name="Google Shape;388;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89" name="Google Shape;389;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0" name="Google Shape;390;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1" name="Google Shape;391;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2" name="Google Shape;392;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3" name="Google Shape;393;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4" name="Google Shape;394;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5" name="Google Shape;395;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6" name="Google Shape;396;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7" name="Google Shape;397;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8" name="Google Shape;398;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9" name="Google Shape;399;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0" name="Google Shape;400;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1" name="Google Shape;401;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2" name="Google Shape;402;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3" name="Google Shape;403;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4" name="Google Shape;404;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5" name="Google Shape;405;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6" name="Google Shape;406;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7" name="Google Shape;407;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8" name="Google Shape;408;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9" name="Google Shape;409;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0" name="Google Shape;410;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1" name="Google Shape;411;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2" name="Google Shape;412;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3" name="Google Shape;413;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4" name="Google Shape;414;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5" name="Google Shape;415;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6" name="Google Shape;416;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7" name="Google Shape;417;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8" name="Google Shape;418;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9" name="Google Shape;419;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0" name="Google Shape;420;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1" name="Google Shape;421;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2" name="Google Shape;422;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3" name="Google Shape;423;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4" name="Google Shape;424;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5" name="Google Shape;425;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6" name="Google Shape;426;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7" name="Google Shape;427;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8" name="Google Shape;428;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9" name="Google Shape;429;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430" name="Google Shape;430;p17"/>
            <p:cNvGrpSpPr/>
            <p:nvPr/>
          </p:nvGrpSpPr>
          <p:grpSpPr>
            <a:xfrm>
              <a:off x="3478424" y="1308364"/>
              <a:ext cx="2180470" cy="1878295"/>
              <a:chOff x="5553063" y="1487604"/>
              <a:chExt cx="1981525" cy="1707075"/>
            </a:xfrm>
          </p:grpSpPr>
          <p:sp>
            <p:nvSpPr>
              <p:cNvPr id="431" name="Google Shape;431;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32" name="Google Shape;432;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sp>
        <p:nvSpPr>
          <p:cNvPr id="2" name="Text Box 1"/>
          <p:cNvSpPr txBox="1"/>
          <p:nvPr/>
        </p:nvSpPr>
        <p:spPr>
          <a:xfrm>
            <a:off x="251460" y="1203325"/>
            <a:ext cx="5270500" cy="1383665"/>
          </a:xfrm>
          <a:prstGeom prst="rect">
            <a:avLst/>
          </a:prstGeom>
          <a:noFill/>
        </p:spPr>
        <p:txBody>
          <a:bodyPr wrap="square" rtlCol="0" anchor="t">
            <a:spAutoFit/>
          </a:bodyPr>
          <a:p>
            <a:pPr algn="l"/>
            <a:r>
              <a:rPr lang="en-US"/>
              <a:t>Un "trigger" (o disparador) en una base de datos es un procedimiento almacenado que se ejecuta automáticamente cuando ocurre un evento específico en la base de datos, generalmente relacionado con una tabla. Este evento puede ser una inserción, actualización o eliminación de datos en la tabla. </a:t>
            </a:r>
            <a:endParaRPr lang="en-US"/>
          </a:p>
        </p:txBody>
      </p:sp>
      <p:pic>
        <p:nvPicPr>
          <p:cNvPr id="10" name="Picture 9" descr="WhatsApp Image 2025-05-17 at 12.17.33 AM"/>
          <p:cNvPicPr>
            <a:picLocks noChangeAspect="1"/>
          </p:cNvPicPr>
          <p:nvPr/>
        </p:nvPicPr>
        <p:blipFill>
          <a:blip r:embed="rId1"/>
          <a:stretch>
            <a:fillRect/>
          </a:stretch>
        </p:blipFill>
        <p:spPr>
          <a:xfrm>
            <a:off x="2628265" y="2787650"/>
            <a:ext cx="6307455" cy="20802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107" name="Shape 1107"/>
        <p:cNvGrpSpPr/>
        <p:nvPr/>
      </p:nvGrpSpPr>
      <p:grpSpPr>
        <a:xfrm>
          <a:off x="0" y="0"/>
          <a:ext cx="0" cy="0"/>
          <a:chOff x="0" y="0"/>
          <a:chExt cx="0" cy="0"/>
        </a:xfrm>
      </p:grpSpPr>
      <p:sp>
        <p:nvSpPr>
          <p:cNvPr id="1142" name="Google Shape;1142;p20"/>
          <p:cNvSpPr/>
          <p:nvPr/>
        </p:nvSpPr>
        <p:spPr>
          <a:xfrm>
            <a:off x="2715895" y="354330"/>
            <a:ext cx="3726815" cy="532130"/>
          </a:xfrm>
          <a:prstGeom prst="roundRect">
            <a:avLst>
              <a:gd name="adj" fmla="val 16667"/>
            </a:avLst>
          </a:prstGeom>
          <a:gradFill>
            <a:gsLst>
              <a:gs pos="0">
                <a:schemeClr val="accent1"/>
              </a:gs>
              <a:gs pos="100000">
                <a:schemeClr val="accent2"/>
              </a:gs>
            </a:gsLst>
            <a:lin ang="0" scaled="0"/>
          </a:gra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0" name="Google Shape;1110;p20"/>
          <p:cNvSpPr/>
          <p:nvPr/>
        </p:nvSpPr>
        <p:spPr>
          <a:xfrm>
            <a:off x="2715895" y="339090"/>
            <a:ext cx="3726815" cy="547370"/>
          </a:xfrm>
          <a:prstGeom prst="roundRect">
            <a:avLst>
              <a:gd name="adj" fmla="val 16667"/>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4" name="Google Shape;1144;p20"/>
          <p:cNvSpPr txBox="1"/>
          <p:nvPr/>
        </p:nvSpPr>
        <p:spPr>
          <a:xfrm>
            <a:off x="3048635" y="482600"/>
            <a:ext cx="3050540" cy="25336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1800">
                <a:solidFill>
                  <a:schemeClr val="lt1"/>
                </a:solidFill>
                <a:latin typeface="Fira Sans Extra Condensed SemiBold"/>
                <a:ea typeface="Fira Sans Extra Condensed SemiBold"/>
                <a:cs typeface="Fira Sans Extra Condensed SemiBold"/>
                <a:sym typeface="Fira Sans Extra Condensed SemiBold"/>
              </a:rPr>
              <a:t>Procedure</a:t>
            </a:r>
            <a:endParaRPr lang="en-US" altLang="en-GB" sz="1800">
              <a:solidFill>
                <a:schemeClr val="lt1"/>
              </a:solidFill>
              <a:latin typeface="Fira Sans Extra Condensed SemiBold"/>
              <a:ea typeface="Fira Sans Extra Condensed SemiBold"/>
              <a:cs typeface="Fira Sans Extra Condensed SemiBold"/>
              <a:sym typeface="Fira Sans Extra Condensed SemiBold"/>
            </a:endParaRPr>
          </a:p>
        </p:txBody>
      </p:sp>
      <p:grpSp>
        <p:nvGrpSpPr>
          <p:cNvPr id="386" name="Google Shape;386;p17"/>
          <p:cNvGrpSpPr/>
          <p:nvPr/>
        </p:nvGrpSpPr>
        <p:grpSpPr>
          <a:xfrm>
            <a:off x="327188" y="3457364"/>
            <a:ext cx="1165988" cy="1568666"/>
            <a:chOff x="3478424" y="1308364"/>
            <a:chExt cx="2187185" cy="2942536"/>
          </a:xfrm>
        </p:grpSpPr>
        <p:sp>
          <p:nvSpPr>
            <p:cNvPr id="387" name="Google Shape;387;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88" name="Google Shape;388;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89" name="Google Shape;389;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0" name="Google Shape;390;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1" name="Google Shape;391;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2" name="Google Shape;392;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3" name="Google Shape;393;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4" name="Google Shape;394;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5" name="Google Shape;395;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6" name="Google Shape;396;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7" name="Google Shape;397;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8" name="Google Shape;398;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9" name="Google Shape;399;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0" name="Google Shape;400;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1" name="Google Shape;401;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2" name="Google Shape;402;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3" name="Google Shape;403;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4" name="Google Shape;404;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5" name="Google Shape;405;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6" name="Google Shape;406;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7" name="Google Shape;407;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8" name="Google Shape;408;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9" name="Google Shape;409;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0" name="Google Shape;410;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1" name="Google Shape;411;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2" name="Google Shape;412;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3" name="Google Shape;413;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4" name="Google Shape;414;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5" name="Google Shape;415;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6" name="Google Shape;416;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7" name="Google Shape;417;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8" name="Google Shape;418;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9" name="Google Shape;419;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0" name="Google Shape;420;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1" name="Google Shape;421;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2" name="Google Shape;422;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3" name="Google Shape;423;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4" name="Google Shape;424;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5" name="Google Shape;425;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6" name="Google Shape;426;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7" name="Google Shape;427;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8" name="Google Shape;428;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9" name="Google Shape;429;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430" name="Google Shape;430;p17"/>
            <p:cNvGrpSpPr/>
            <p:nvPr/>
          </p:nvGrpSpPr>
          <p:grpSpPr>
            <a:xfrm>
              <a:off x="3478424" y="1308364"/>
              <a:ext cx="2180470" cy="1878295"/>
              <a:chOff x="5553063" y="1487604"/>
              <a:chExt cx="1981525" cy="1707075"/>
            </a:xfrm>
          </p:grpSpPr>
          <p:sp>
            <p:nvSpPr>
              <p:cNvPr id="431" name="Google Shape;431;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32" name="Google Shape;432;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sp>
        <p:nvSpPr>
          <p:cNvPr id="3" name="Text Box 2"/>
          <p:cNvSpPr txBox="1"/>
          <p:nvPr/>
        </p:nvSpPr>
        <p:spPr>
          <a:xfrm>
            <a:off x="252095" y="1059815"/>
            <a:ext cx="5270500" cy="1599565"/>
          </a:xfrm>
          <a:prstGeom prst="rect">
            <a:avLst/>
          </a:prstGeom>
          <a:noFill/>
        </p:spPr>
        <p:txBody>
          <a:bodyPr wrap="square" rtlCol="0" anchor="t">
            <a:spAutoFit/>
          </a:bodyPr>
          <a:p>
            <a:pPr algn="l"/>
            <a:r>
              <a:rPr lang="en-US"/>
              <a:t>Un Procedure, también conocido como procedimiento almacenado, en una base de datos es una serie de sentencias SQL precompiladas y almacenadas que se pueden ejecutar como una unidad. Sirve para encapsular lógica de negocio, facilitar la reutilización de código y mejorar la eficiencia de las operaciones en la base de datos</a:t>
            </a:r>
            <a:endParaRPr lang="en-US"/>
          </a:p>
        </p:txBody>
      </p:sp>
      <p:pic>
        <p:nvPicPr>
          <p:cNvPr id="2" name="Picture 1" descr="WhatsApp Image 2025-05-17 at 12.34.50 AM"/>
          <p:cNvPicPr>
            <a:picLocks noChangeAspect="1"/>
          </p:cNvPicPr>
          <p:nvPr/>
        </p:nvPicPr>
        <p:blipFill>
          <a:blip r:embed="rId1"/>
          <a:stretch>
            <a:fillRect/>
          </a:stretch>
        </p:blipFill>
        <p:spPr>
          <a:xfrm>
            <a:off x="2531745" y="3146425"/>
            <a:ext cx="6361430" cy="1854835"/>
          </a:xfrm>
          <a:prstGeom prst="rect">
            <a:avLst/>
          </a:prstGeom>
        </p:spPr>
      </p:pic>
      <p:pic>
        <p:nvPicPr>
          <p:cNvPr id="4" name="Picture 3" descr="WhatsApp Image 2025-05-17 at 12.35.13 AM"/>
          <p:cNvPicPr>
            <a:picLocks noChangeAspect="1"/>
          </p:cNvPicPr>
          <p:nvPr/>
        </p:nvPicPr>
        <p:blipFill>
          <a:blip r:embed="rId2"/>
          <a:stretch>
            <a:fillRect/>
          </a:stretch>
        </p:blipFill>
        <p:spPr>
          <a:xfrm>
            <a:off x="4212590" y="2414270"/>
            <a:ext cx="4632960" cy="7321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478" name="Shape 1478"/>
        <p:cNvGrpSpPr/>
        <p:nvPr/>
      </p:nvGrpSpPr>
      <p:grpSpPr>
        <a:xfrm>
          <a:off x="0" y="0"/>
          <a:ext cx="0" cy="0"/>
          <a:chOff x="0" y="0"/>
          <a:chExt cx="0" cy="0"/>
        </a:xfrm>
      </p:grpSpPr>
      <p:grpSp>
        <p:nvGrpSpPr>
          <p:cNvPr id="1480" name="Google Shape;1480;p25"/>
          <p:cNvGrpSpPr/>
          <p:nvPr/>
        </p:nvGrpSpPr>
        <p:grpSpPr>
          <a:xfrm>
            <a:off x="5651844" y="3436278"/>
            <a:ext cx="2631966" cy="1482582"/>
            <a:chOff x="1012725" y="2202350"/>
            <a:chExt cx="2668525" cy="1503175"/>
          </a:xfrm>
        </p:grpSpPr>
        <p:sp>
          <p:nvSpPr>
            <p:cNvPr id="1481" name="Google Shape;1481;p25"/>
            <p:cNvSpPr/>
            <p:nvPr/>
          </p:nvSpPr>
          <p:spPr>
            <a:xfrm>
              <a:off x="1142800" y="2262775"/>
              <a:ext cx="2408375" cy="1356725"/>
            </a:xfrm>
            <a:custGeom>
              <a:avLst/>
              <a:gdLst/>
              <a:ahLst/>
              <a:cxnLst/>
              <a:rect l="l" t="t" r="r" b="b"/>
              <a:pathLst>
                <a:path w="96335" h="54269" extrusionOk="0">
                  <a:moveTo>
                    <a:pt x="48590" y="0"/>
                  </a:moveTo>
                  <a:lnTo>
                    <a:pt x="1" y="25658"/>
                  </a:lnTo>
                  <a:lnTo>
                    <a:pt x="49626" y="54269"/>
                  </a:lnTo>
                  <a:lnTo>
                    <a:pt x="96334" y="27861"/>
                  </a:lnTo>
                  <a:lnTo>
                    <a:pt x="48590" y="0"/>
                  </a:lnTo>
                  <a:close/>
                </a:path>
              </a:pathLst>
            </a:cu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2" name="Google Shape;1482;p25"/>
            <p:cNvSpPr/>
            <p:nvPr/>
          </p:nvSpPr>
          <p:spPr>
            <a:xfrm>
              <a:off x="2383425" y="2959275"/>
              <a:ext cx="1167750" cy="686425"/>
            </a:xfrm>
            <a:custGeom>
              <a:avLst/>
              <a:gdLst/>
              <a:ahLst/>
              <a:cxnLst/>
              <a:rect l="l" t="t" r="r" b="b"/>
              <a:pathLst>
                <a:path w="46710" h="27457" extrusionOk="0">
                  <a:moveTo>
                    <a:pt x="46709" y="1"/>
                  </a:moveTo>
                  <a:lnTo>
                    <a:pt x="1" y="26409"/>
                  </a:lnTo>
                  <a:lnTo>
                    <a:pt x="1" y="27457"/>
                  </a:lnTo>
                  <a:lnTo>
                    <a:pt x="46709" y="1049"/>
                  </a:lnTo>
                  <a:lnTo>
                    <a:pt x="46709"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3" name="Google Shape;1483;p25"/>
            <p:cNvSpPr/>
            <p:nvPr/>
          </p:nvSpPr>
          <p:spPr>
            <a:xfrm>
              <a:off x="1142800" y="2903925"/>
              <a:ext cx="1240650" cy="741775"/>
            </a:xfrm>
            <a:custGeom>
              <a:avLst/>
              <a:gdLst/>
              <a:ahLst/>
              <a:cxnLst/>
              <a:rect l="l" t="t" r="r" b="b"/>
              <a:pathLst>
                <a:path w="49626" h="29671" extrusionOk="0">
                  <a:moveTo>
                    <a:pt x="1" y="0"/>
                  </a:moveTo>
                  <a:lnTo>
                    <a:pt x="1" y="1060"/>
                  </a:lnTo>
                  <a:lnTo>
                    <a:pt x="49626" y="29671"/>
                  </a:lnTo>
                  <a:lnTo>
                    <a:pt x="49626" y="28623"/>
                  </a:lnTo>
                  <a:lnTo>
                    <a:pt x="1"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4" name="Google Shape;1484;p25"/>
            <p:cNvSpPr/>
            <p:nvPr/>
          </p:nvSpPr>
          <p:spPr>
            <a:xfrm>
              <a:off x="1012725" y="2202350"/>
              <a:ext cx="2668525" cy="1503175"/>
            </a:xfrm>
            <a:custGeom>
              <a:avLst/>
              <a:gdLst/>
              <a:ahLst/>
              <a:cxnLst/>
              <a:rect l="l" t="t" r="r" b="b"/>
              <a:pathLst>
                <a:path w="106741" h="60127" extrusionOk="0">
                  <a:moveTo>
                    <a:pt x="53829" y="238"/>
                  </a:moveTo>
                  <a:lnTo>
                    <a:pt x="106335" y="30885"/>
                  </a:lnTo>
                  <a:lnTo>
                    <a:pt x="54984" y="59900"/>
                  </a:lnTo>
                  <a:lnTo>
                    <a:pt x="417" y="28444"/>
                  </a:lnTo>
                  <a:lnTo>
                    <a:pt x="53829" y="238"/>
                  </a:lnTo>
                  <a:close/>
                  <a:moveTo>
                    <a:pt x="53841" y="0"/>
                  </a:moveTo>
                  <a:lnTo>
                    <a:pt x="155" y="28337"/>
                  </a:lnTo>
                  <a:lnTo>
                    <a:pt x="1" y="28432"/>
                  </a:lnTo>
                  <a:lnTo>
                    <a:pt x="54984" y="60127"/>
                  </a:lnTo>
                  <a:lnTo>
                    <a:pt x="106740" y="30873"/>
                  </a:lnTo>
                  <a:lnTo>
                    <a:pt x="5384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85" name="Google Shape;1485;p25"/>
          <p:cNvGrpSpPr/>
          <p:nvPr/>
        </p:nvGrpSpPr>
        <p:grpSpPr>
          <a:xfrm>
            <a:off x="6209378" y="1617564"/>
            <a:ext cx="1581560" cy="3019039"/>
            <a:chOff x="1497487" y="1374192"/>
            <a:chExt cx="1262521" cy="2410026"/>
          </a:xfrm>
        </p:grpSpPr>
        <p:sp>
          <p:nvSpPr>
            <p:cNvPr id="1486" name="Google Shape;1486;p25"/>
            <p:cNvSpPr/>
            <p:nvPr/>
          </p:nvSpPr>
          <p:spPr>
            <a:xfrm>
              <a:off x="2128740" y="1735041"/>
              <a:ext cx="631267" cy="2049177"/>
            </a:xfrm>
            <a:custGeom>
              <a:avLst/>
              <a:gdLst/>
              <a:ahLst/>
              <a:cxnLst/>
              <a:rect l="l" t="t" r="r" b="b"/>
              <a:pathLst>
                <a:path w="13836" h="44911" extrusionOk="0">
                  <a:moveTo>
                    <a:pt x="1" y="44911"/>
                  </a:moveTo>
                  <a:lnTo>
                    <a:pt x="1" y="7978"/>
                  </a:lnTo>
                  <a:lnTo>
                    <a:pt x="13836" y="0"/>
                  </a:lnTo>
                  <a:lnTo>
                    <a:pt x="13836" y="36934"/>
                  </a:lnTo>
                  <a:close/>
                </a:path>
              </a:pathLst>
            </a:custGeom>
            <a:gradFill>
              <a:gsLst>
                <a:gs pos="0">
                  <a:schemeClr val="accent6"/>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7" name="Google Shape;1487;p25"/>
            <p:cNvSpPr/>
            <p:nvPr/>
          </p:nvSpPr>
          <p:spPr>
            <a:xfrm>
              <a:off x="1497487" y="1374192"/>
              <a:ext cx="1262489" cy="728534"/>
            </a:xfrm>
            <a:custGeom>
              <a:avLst/>
              <a:gdLst/>
              <a:ahLst/>
              <a:cxnLst/>
              <a:rect l="l" t="t" r="r" b="b"/>
              <a:pathLst>
                <a:path w="27671" h="15967" extrusionOk="0">
                  <a:moveTo>
                    <a:pt x="1" y="7989"/>
                  </a:moveTo>
                  <a:lnTo>
                    <a:pt x="13836" y="0"/>
                  </a:lnTo>
                  <a:lnTo>
                    <a:pt x="27671" y="7989"/>
                  </a:lnTo>
                  <a:lnTo>
                    <a:pt x="13836" y="15967"/>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8" name="Google Shape;1488;p25"/>
            <p:cNvSpPr/>
            <p:nvPr/>
          </p:nvSpPr>
          <p:spPr>
            <a:xfrm>
              <a:off x="1627890" y="1449158"/>
              <a:ext cx="1001742" cy="578602"/>
            </a:xfrm>
            <a:custGeom>
              <a:avLst/>
              <a:gdLst/>
              <a:ahLst/>
              <a:cxnLst/>
              <a:rect l="l" t="t" r="r" b="b"/>
              <a:pathLst>
                <a:path w="21956" h="12681" extrusionOk="0">
                  <a:moveTo>
                    <a:pt x="0" y="6346"/>
                  </a:moveTo>
                  <a:lnTo>
                    <a:pt x="10978" y="0"/>
                  </a:lnTo>
                  <a:lnTo>
                    <a:pt x="21955" y="6346"/>
                  </a:lnTo>
                  <a:lnTo>
                    <a:pt x="10978" y="12681"/>
                  </a:lnTo>
                  <a:close/>
                </a:path>
              </a:pathLst>
            </a:custGeom>
            <a:gradFill>
              <a:gsLst>
                <a:gs pos="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9" name="Google Shape;1489;p25"/>
            <p:cNvSpPr/>
            <p:nvPr/>
          </p:nvSpPr>
          <p:spPr>
            <a:xfrm>
              <a:off x="1497487" y="1735041"/>
              <a:ext cx="631268" cy="2049177"/>
            </a:xfrm>
            <a:custGeom>
              <a:avLst/>
              <a:gdLst/>
              <a:ahLst/>
              <a:cxnLst/>
              <a:rect l="l" t="t" r="r" b="b"/>
              <a:pathLst>
                <a:path w="13836" h="44911" extrusionOk="0">
                  <a:moveTo>
                    <a:pt x="13836" y="7978"/>
                  </a:moveTo>
                  <a:lnTo>
                    <a:pt x="1" y="0"/>
                  </a:lnTo>
                  <a:lnTo>
                    <a:pt x="1" y="36934"/>
                  </a:lnTo>
                  <a:lnTo>
                    <a:pt x="13836" y="4491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0" name="Google Shape;1490;p25"/>
            <p:cNvSpPr/>
            <p:nvPr/>
          </p:nvSpPr>
          <p:spPr>
            <a:xfrm>
              <a:off x="2168390" y="1825748"/>
              <a:ext cx="512871" cy="1742788"/>
            </a:xfrm>
            <a:custGeom>
              <a:avLst/>
              <a:gdLst/>
              <a:ahLst/>
              <a:cxnLst/>
              <a:rect l="l" t="t" r="r" b="b"/>
              <a:pathLst>
                <a:path w="11241" h="38196" extrusionOk="0">
                  <a:moveTo>
                    <a:pt x="11240" y="1"/>
                  </a:moveTo>
                  <a:lnTo>
                    <a:pt x="11240" y="31707"/>
                  </a:lnTo>
                  <a:lnTo>
                    <a:pt x="1" y="38196"/>
                  </a:lnTo>
                  <a:lnTo>
                    <a:pt x="1" y="64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1" name="Google Shape;1491;p25"/>
            <p:cNvSpPr/>
            <p:nvPr/>
          </p:nvSpPr>
          <p:spPr>
            <a:xfrm>
              <a:off x="2168390" y="2509151"/>
              <a:ext cx="512871" cy="387377"/>
            </a:xfrm>
            <a:custGeom>
              <a:avLst/>
              <a:gdLst/>
              <a:ahLst/>
              <a:cxnLst/>
              <a:rect l="l" t="t" r="r" b="b"/>
              <a:pathLst>
                <a:path w="11241" h="8490" extrusionOk="0">
                  <a:moveTo>
                    <a:pt x="1" y="6490"/>
                  </a:moveTo>
                  <a:lnTo>
                    <a:pt x="1" y="8490"/>
                  </a:lnTo>
                  <a:lnTo>
                    <a:pt x="11240" y="1989"/>
                  </a:lnTo>
                  <a:lnTo>
                    <a:pt x="11240"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2" name="Google Shape;1492;p25"/>
            <p:cNvSpPr/>
            <p:nvPr/>
          </p:nvSpPr>
          <p:spPr>
            <a:xfrm>
              <a:off x="2200466" y="2683538"/>
              <a:ext cx="221646" cy="169004"/>
            </a:xfrm>
            <a:custGeom>
              <a:avLst/>
              <a:gdLst/>
              <a:ahLst/>
              <a:cxnLst/>
              <a:rect l="l" t="t" r="r" b="b"/>
              <a:pathLst>
                <a:path w="4858" h="3704" extrusionOk="0">
                  <a:moveTo>
                    <a:pt x="0" y="2799"/>
                  </a:moveTo>
                  <a:lnTo>
                    <a:pt x="0" y="3704"/>
                  </a:lnTo>
                  <a:lnTo>
                    <a:pt x="4858" y="906"/>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3" name="Google Shape;1493;p25"/>
            <p:cNvSpPr/>
            <p:nvPr/>
          </p:nvSpPr>
          <p:spPr>
            <a:xfrm>
              <a:off x="2453059" y="2621075"/>
              <a:ext cx="65791" cy="95133"/>
            </a:xfrm>
            <a:custGeom>
              <a:avLst/>
              <a:gdLst/>
              <a:ahLst/>
              <a:cxnLst/>
              <a:rect l="l" t="t" r="r" b="b"/>
              <a:pathLst>
                <a:path w="1442" h="2085" extrusionOk="0">
                  <a:moveTo>
                    <a:pt x="1441" y="0"/>
                  </a:moveTo>
                  <a:lnTo>
                    <a:pt x="1" y="822"/>
                  </a:lnTo>
                  <a:lnTo>
                    <a:pt x="1" y="2084"/>
                  </a:lnTo>
                  <a:lnTo>
                    <a:pt x="1441" y="1251"/>
                  </a:lnTo>
                  <a:lnTo>
                    <a:pt x="14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4" name="Google Shape;1494;p25"/>
            <p:cNvSpPr/>
            <p:nvPr/>
          </p:nvSpPr>
          <p:spPr>
            <a:xfrm>
              <a:off x="2539979" y="2542824"/>
              <a:ext cx="128799" cy="119042"/>
            </a:xfrm>
            <a:custGeom>
              <a:avLst/>
              <a:gdLst/>
              <a:ahLst/>
              <a:cxnLst/>
              <a:rect l="l" t="t" r="r" b="b"/>
              <a:pathLst>
                <a:path w="2823" h="2609" extrusionOk="0">
                  <a:moveTo>
                    <a:pt x="1" y="1620"/>
                  </a:moveTo>
                  <a:lnTo>
                    <a:pt x="1" y="2608"/>
                  </a:lnTo>
                  <a:lnTo>
                    <a:pt x="2822" y="977"/>
                  </a:lnTo>
                  <a:lnTo>
                    <a:pt x="2822"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5" name="Google Shape;1495;p25"/>
            <p:cNvSpPr/>
            <p:nvPr/>
          </p:nvSpPr>
          <p:spPr>
            <a:xfrm>
              <a:off x="2553575" y="2559706"/>
              <a:ext cx="104892" cy="86966"/>
            </a:xfrm>
            <a:custGeom>
              <a:avLst/>
              <a:gdLst/>
              <a:ahLst/>
              <a:cxnLst/>
              <a:rect l="l" t="t" r="r" b="b"/>
              <a:pathLst>
                <a:path w="2299" h="1906" extrusionOk="0">
                  <a:moveTo>
                    <a:pt x="2298" y="0"/>
                  </a:moveTo>
                  <a:lnTo>
                    <a:pt x="2024" y="155"/>
                  </a:lnTo>
                  <a:lnTo>
                    <a:pt x="2024" y="393"/>
                  </a:lnTo>
                  <a:lnTo>
                    <a:pt x="2298" y="238"/>
                  </a:lnTo>
                  <a:lnTo>
                    <a:pt x="2298" y="0"/>
                  </a:lnTo>
                  <a:close/>
                  <a:moveTo>
                    <a:pt x="1893" y="250"/>
                  </a:moveTo>
                  <a:lnTo>
                    <a:pt x="1620" y="393"/>
                  </a:lnTo>
                  <a:lnTo>
                    <a:pt x="1620" y="631"/>
                  </a:lnTo>
                  <a:lnTo>
                    <a:pt x="1893" y="476"/>
                  </a:lnTo>
                  <a:lnTo>
                    <a:pt x="1893" y="250"/>
                  </a:lnTo>
                  <a:close/>
                  <a:moveTo>
                    <a:pt x="2298" y="357"/>
                  </a:moveTo>
                  <a:lnTo>
                    <a:pt x="2024" y="512"/>
                  </a:lnTo>
                  <a:lnTo>
                    <a:pt x="2024" y="750"/>
                  </a:lnTo>
                  <a:lnTo>
                    <a:pt x="2298" y="595"/>
                  </a:lnTo>
                  <a:lnTo>
                    <a:pt x="2298" y="357"/>
                  </a:lnTo>
                  <a:close/>
                  <a:moveTo>
                    <a:pt x="1489" y="476"/>
                  </a:moveTo>
                  <a:lnTo>
                    <a:pt x="1215" y="631"/>
                  </a:lnTo>
                  <a:lnTo>
                    <a:pt x="1215" y="869"/>
                  </a:lnTo>
                  <a:lnTo>
                    <a:pt x="1489" y="703"/>
                  </a:lnTo>
                  <a:lnTo>
                    <a:pt x="1489" y="476"/>
                  </a:lnTo>
                  <a:close/>
                  <a:moveTo>
                    <a:pt x="1893" y="595"/>
                  </a:moveTo>
                  <a:lnTo>
                    <a:pt x="1620" y="750"/>
                  </a:lnTo>
                  <a:lnTo>
                    <a:pt x="1620" y="988"/>
                  </a:lnTo>
                  <a:lnTo>
                    <a:pt x="1893" y="834"/>
                  </a:lnTo>
                  <a:lnTo>
                    <a:pt x="1893" y="595"/>
                  </a:lnTo>
                  <a:close/>
                  <a:moveTo>
                    <a:pt x="1084" y="703"/>
                  </a:moveTo>
                  <a:lnTo>
                    <a:pt x="810" y="857"/>
                  </a:lnTo>
                  <a:lnTo>
                    <a:pt x="810" y="1095"/>
                  </a:lnTo>
                  <a:lnTo>
                    <a:pt x="1084" y="941"/>
                  </a:lnTo>
                  <a:lnTo>
                    <a:pt x="1084" y="703"/>
                  </a:lnTo>
                  <a:close/>
                  <a:moveTo>
                    <a:pt x="1489" y="822"/>
                  </a:moveTo>
                  <a:lnTo>
                    <a:pt x="1215" y="976"/>
                  </a:lnTo>
                  <a:lnTo>
                    <a:pt x="1215" y="1215"/>
                  </a:lnTo>
                  <a:lnTo>
                    <a:pt x="1489" y="1060"/>
                  </a:lnTo>
                  <a:lnTo>
                    <a:pt x="1489" y="822"/>
                  </a:lnTo>
                  <a:close/>
                  <a:moveTo>
                    <a:pt x="679" y="941"/>
                  </a:moveTo>
                  <a:lnTo>
                    <a:pt x="405" y="1095"/>
                  </a:lnTo>
                  <a:lnTo>
                    <a:pt x="405" y="1334"/>
                  </a:lnTo>
                  <a:lnTo>
                    <a:pt x="679" y="1179"/>
                  </a:lnTo>
                  <a:lnTo>
                    <a:pt x="679" y="941"/>
                  </a:lnTo>
                  <a:close/>
                  <a:moveTo>
                    <a:pt x="1084" y="1048"/>
                  </a:moveTo>
                  <a:lnTo>
                    <a:pt x="810" y="1203"/>
                  </a:lnTo>
                  <a:lnTo>
                    <a:pt x="810" y="1441"/>
                  </a:lnTo>
                  <a:lnTo>
                    <a:pt x="1084" y="1286"/>
                  </a:lnTo>
                  <a:lnTo>
                    <a:pt x="1084" y="1048"/>
                  </a:lnTo>
                  <a:close/>
                  <a:moveTo>
                    <a:pt x="274" y="1167"/>
                  </a:moveTo>
                  <a:lnTo>
                    <a:pt x="0" y="1322"/>
                  </a:lnTo>
                  <a:lnTo>
                    <a:pt x="0" y="1560"/>
                  </a:lnTo>
                  <a:lnTo>
                    <a:pt x="274" y="1405"/>
                  </a:lnTo>
                  <a:lnTo>
                    <a:pt x="274" y="1167"/>
                  </a:lnTo>
                  <a:close/>
                  <a:moveTo>
                    <a:pt x="679" y="1286"/>
                  </a:moveTo>
                  <a:lnTo>
                    <a:pt x="405" y="1441"/>
                  </a:lnTo>
                  <a:lnTo>
                    <a:pt x="405" y="1679"/>
                  </a:lnTo>
                  <a:lnTo>
                    <a:pt x="679" y="1524"/>
                  </a:lnTo>
                  <a:lnTo>
                    <a:pt x="679" y="1286"/>
                  </a:lnTo>
                  <a:close/>
                  <a:moveTo>
                    <a:pt x="274" y="1512"/>
                  </a:moveTo>
                  <a:lnTo>
                    <a:pt x="0" y="1667"/>
                  </a:lnTo>
                  <a:lnTo>
                    <a:pt x="0" y="1905"/>
                  </a:lnTo>
                  <a:lnTo>
                    <a:pt x="274" y="1750"/>
                  </a:lnTo>
                  <a:lnTo>
                    <a:pt x="274" y="151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6" name="Google Shape;1496;p25"/>
            <p:cNvSpPr/>
            <p:nvPr/>
          </p:nvSpPr>
          <p:spPr>
            <a:xfrm>
              <a:off x="2467751" y="2650504"/>
              <a:ext cx="36409" cy="42205"/>
            </a:xfrm>
            <a:custGeom>
              <a:avLst/>
              <a:gdLst/>
              <a:ahLst/>
              <a:cxnLst/>
              <a:rect l="l" t="t" r="r" b="b"/>
              <a:pathLst>
                <a:path w="798" h="925" extrusionOk="0">
                  <a:moveTo>
                    <a:pt x="750" y="1"/>
                  </a:moveTo>
                  <a:cubicBezTo>
                    <a:pt x="739" y="1"/>
                    <a:pt x="727" y="4"/>
                    <a:pt x="715" y="10"/>
                  </a:cubicBezTo>
                  <a:cubicBezTo>
                    <a:pt x="667" y="34"/>
                    <a:pt x="643" y="82"/>
                    <a:pt x="643" y="141"/>
                  </a:cubicBezTo>
                  <a:cubicBezTo>
                    <a:pt x="643" y="176"/>
                    <a:pt x="662" y="198"/>
                    <a:pt x="686" y="198"/>
                  </a:cubicBezTo>
                  <a:cubicBezTo>
                    <a:pt x="695" y="198"/>
                    <a:pt x="705" y="195"/>
                    <a:pt x="715" y="189"/>
                  </a:cubicBezTo>
                  <a:cubicBezTo>
                    <a:pt x="762" y="153"/>
                    <a:pt x="786" y="106"/>
                    <a:pt x="798" y="58"/>
                  </a:cubicBezTo>
                  <a:cubicBezTo>
                    <a:pt x="798" y="23"/>
                    <a:pt x="779" y="1"/>
                    <a:pt x="750" y="1"/>
                  </a:cubicBezTo>
                  <a:close/>
                  <a:moveTo>
                    <a:pt x="433" y="180"/>
                  </a:moveTo>
                  <a:cubicBezTo>
                    <a:pt x="424" y="180"/>
                    <a:pt x="415" y="183"/>
                    <a:pt x="405" y="189"/>
                  </a:cubicBezTo>
                  <a:cubicBezTo>
                    <a:pt x="357" y="225"/>
                    <a:pt x="334" y="272"/>
                    <a:pt x="322" y="320"/>
                  </a:cubicBezTo>
                  <a:cubicBezTo>
                    <a:pt x="322" y="355"/>
                    <a:pt x="341" y="377"/>
                    <a:pt x="370" y="377"/>
                  </a:cubicBezTo>
                  <a:cubicBezTo>
                    <a:pt x="380" y="377"/>
                    <a:pt x="392" y="374"/>
                    <a:pt x="405" y="368"/>
                  </a:cubicBezTo>
                  <a:cubicBezTo>
                    <a:pt x="453" y="344"/>
                    <a:pt x="476" y="284"/>
                    <a:pt x="476" y="237"/>
                  </a:cubicBezTo>
                  <a:cubicBezTo>
                    <a:pt x="476" y="202"/>
                    <a:pt x="457" y="180"/>
                    <a:pt x="433" y="180"/>
                  </a:cubicBezTo>
                  <a:close/>
                  <a:moveTo>
                    <a:pt x="757" y="356"/>
                  </a:moveTo>
                  <a:cubicBezTo>
                    <a:pt x="745" y="356"/>
                    <a:pt x="730" y="360"/>
                    <a:pt x="715" y="368"/>
                  </a:cubicBezTo>
                  <a:cubicBezTo>
                    <a:pt x="667" y="391"/>
                    <a:pt x="643" y="439"/>
                    <a:pt x="643" y="498"/>
                  </a:cubicBezTo>
                  <a:cubicBezTo>
                    <a:pt x="643" y="530"/>
                    <a:pt x="659" y="546"/>
                    <a:pt x="680" y="546"/>
                  </a:cubicBezTo>
                  <a:cubicBezTo>
                    <a:pt x="691" y="546"/>
                    <a:pt x="703" y="542"/>
                    <a:pt x="715" y="534"/>
                  </a:cubicBezTo>
                  <a:cubicBezTo>
                    <a:pt x="762" y="510"/>
                    <a:pt x="786" y="463"/>
                    <a:pt x="798" y="403"/>
                  </a:cubicBezTo>
                  <a:cubicBezTo>
                    <a:pt x="798" y="371"/>
                    <a:pt x="782" y="356"/>
                    <a:pt x="757" y="356"/>
                  </a:cubicBezTo>
                  <a:close/>
                  <a:moveTo>
                    <a:pt x="105" y="370"/>
                  </a:moveTo>
                  <a:cubicBezTo>
                    <a:pt x="95" y="370"/>
                    <a:pt x="84" y="373"/>
                    <a:pt x="72" y="379"/>
                  </a:cubicBezTo>
                  <a:cubicBezTo>
                    <a:pt x="24" y="415"/>
                    <a:pt x="0" y="463"/>
                    <a:pt x="0" y="510"/>
                  </a:cubicBezTo>
                  <a:cubicBezTo>
                    <a:pt x="0" y="545"/>
                    <a:pt x="19" y="567"/>
                    <a:pt x="44" y="567"/>
                  </a:cubicBezTo>
                  <a:cubicBezTo>
                    <a:pt x="52" y="567"/>
                    <a:pt x="62" y="564"/>
                    <a:pt x="72" y="558"/>
                  </a:cubicBezTo>
                  <a:cubicBezTo>
                    <a:pt x="119" y="534"/>
                    <a:pt x="143" y="475"/>
                    <a:pt x="143" y="427"/>
                  </a:cubicBezTo>
                  <a:cubicBezTo>
                    <a:pt x="143" y="392"/>
                    <a:pt x="130" y="370"/>
                    <a:pt x="105" y="370"/>
                  </a:cubicBezTo>
                  <a:close/>
                  <a:moveTo>
                    <a:pt x="433" y="537"/>
                  </a:moveTo>
                  <a:cubicBezTo>
                    <a:pt x="424" y="537"/>
                    <a:pt x="415" y="540"/>
                    <a:pt x="405" y="546"/>
                  </a:cubicBezTo>
                  <a:cubicBezTo>
                    <a:pt x="357" y="570"/>
                    <a:pt x="334" y="618"/>
                    <a:pt x="322" y="677"/>
                  </a:cubicBezTo>
                  <a:cubicBezTo>
                    <a:pt x="322" y="712"/>
                    <a:pt x="341" y="734"/>
                    <a:pt x="370" y="734"/>
                  </a:cubicBezTo>
                  <a:cubicBezTo>
                    <a:pt x="380" y="734"/>
                    <a:pt x="392" y="731"/>
                    <a:pt x="405" y="725"/>
                  </a:cubicBezTo>
                  <a:cubicBezTo>
                    <a:pt x="441" y="689"/>
                    <a:pt x="476" y="641"/>
                    <a:pt x="476" y="594"/>
                  </a:cubicBezTo>
                  <a:cubicBezTo>
                    <a:pt x="476" y="559"/>
                    <a:pt x="457" y="537"/>
                    <a:pt x="433" y="537"/>
                  </a:cubicBezTo>
                  <a:close/>
                  <a:moveTo>
                    <a:pt x="105" y="727"/>
                  </a:moveTo>
                  <a:cubicBezTo>
                    <a:pt x="95" y="727"/>
                    <a:pt x="84" y="730"/>
                    <a:pt x="72" y="737"/>
                  </a:cubicBezTo>
                  <a:cubicBezTo>
                    <a:pt x="24" y="760"/>
                    <a:pt x="0" y="808"/>
                    <a:pt x="0" y="868"/>
                  </a:cubicBezTo>
                  <a:cubicBezTo>
                    <a:pt x="0" y="902"/>
                    <a:pt x="19" y="925"/>
                    <a:pt x="44" y="925"/>
                  </a:cubicBezTo>
                  <a:cubicBezTo>
                    <a:pt x="52" y="925"/>
                    <a:pt x="62" y="922"/>
                    <a:pt x="72" y="915"/>
                  </a:cubicBezTo>
                  <a:cubicBezTo>
                    <a:pt x="119" y="879"/>
                    <a:pt x="143" y="832"/>
                    <a:pt x="143" y="784"/>
                  </a:cubicBezTo>
                  <a:cubicBezTo>
                    <a:pt x="143" y="749"/>
                    <a:pt x="130" y="727"/>
                    <a:pt x="105" y="72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7" name="Google Shape;1497;p25"/>
            <p:cNvSpPr/>
            <p:nvPr/>
          </p:nvSpPr>
          <p:spPr>
            <a:xfrm>
              <a:off x="2168390" y="2486338"/>
              <a:ext cx="512871" cy="318936"/>
            </a:xfrm>
            <a:custGeom>
              <a:avLst/>
              <a:gdLst/>
              <a:ahLst/>
              <a:cxnLst/>
              <a:rect l="l" t="t" r="r" b="b"/>
              <a:pathLst>
                <a:path w="11241" h="6990" extrusionOk="0">
                  <a:moveTo>
                    <a:pt x="11240" y="501"/>
                  </a:moveTo>
                  <a:lnTo>
                    <a:pt x="10371" y="1"/>
                  </a:lnTo>
                  <a:lnTo>
                    <a:pt x="1" y="5990"/>
                  </a:lnTo>
                  <a:lnTo>
                    <a:pt x="1" y="6990"/>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8" name="Google Shape;1498;p25"/>
            <p:cNvSpPr/>
            <p:nvPr/>
          </p:nvSpPr>
          <p:spPr>
            <a:xfrm>
              <a:off x="2168390" y="1825748"/>
              <a:ext cx="512871" cy="387377"/>
            </a:xfrm>
            <a:custGeom>
              <a:avLst/>
              <a:gdLst/>
              <a:ahLst/>
              <a:cxnLst/>
              <a:rect l="l" t="t" r="r" b="b"/>
              <a:pathLst>
                <a:path w="11241" h="8490" extrusionOk="0">
                  <a:moveTo>
                    <a:pt x="1" y="6490"/>
                  </a:moveTo>
                  <a:lnTo>
                    <a:pt x="1" y="8490"/>
                  </a:lnTo>
                  <a:lnTo>
                    <a:pt x="11240" y="2001"/>
                  </a:lnTo>
                  <a:lnTo>
                    <a:pt x="11240"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9" name="Google Shape;1499;p25"/>
            <p:cNvSpPr/>
            <p:nvPr/>
          </p:nvSpPr>
          <p:spPr>
            <a:xfrm>
              <a:off x="2200466" y="2000135"/>
              <a:ext cx="221646" cy="169004"/>
            </a:xfrm>
            <a:custGeom>
              <a:avLst/>
              <a:gdLst/>
              <a:ahLst/>
              <a:cxnLst/>
              <a:rect l="l" t="t" r="r" b="b"/>
              <a:pathLst>
                <a:path w="4858" h="3704" extrusionOk="0">
                  <a:moveTo>
                    <a:pt x="0" y="2799"/>
                  </a:moveTo>
                  <a:lnTo>
                    <a:pt x="0" y="3704"/>
                  </a:lnTo>
                  <a:lnTo>
                    <a:pt x="4858" y="906"/>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0" name="Google Shape;1500;p25"/>
            <p:cNvSpPr/>
            <p:nvPr/>
          </p:nvSpPr>
          <p:spPr>
            <a:xfrm>
              <a:off x="2453059" y="1937671"/>
              <a:ext cx="65791" cy="95635"/>
            </a:xfrm>
            <a:custGeom>
              <a:avLst/>
              <a:gdLst/>
              <a:ahLst/>
              <a:cxnLst/>
              <a:rect l="l" t="t" r="r" b="b"/>
              <a:pathLst>
                <a:path w="1442" h="2096" extrusionOk="0">
                  <a:moveTo>
                    <a:pt x="1441" y="0"/>
                  </a:moveTo>
                  <a:lnTo>
                    <a:pt x="1" y="834"/>
                  </a:lnTo>
                  <a:lnTo>
                    <a:pt x="1" y="2096"/>
                  </a:lnTo>
                  <a:lnTo>
                    <a:pt x="1441" y="1263"/>
                  </a:lnTo>
                  <a:lnTo>
                    <a:pt x="14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1" name="Google Shape;1501;p25"/>
            <p:cNvSpPr/>
            <p:nvPr/>
          </p:nvSpPr>
          <p:spPr>
            <a:xfrm>
              <a:off x="2467751" y="1967101"/>
              <a:ext cx="36409" cy="42205"/>
            </a:xfrm>
            <a:custGeom>
              <a:avLst/>
              <a:gdLst/>
              <a:ahLst/>
              <a:cxnLst/>
              <a:rect l="l" t="t" r="r" b="b"/>
              <a:pathLst>
                <a:path w="798" h="925" extrusionOk="0">
                  <a:moveTo>
                    <a:pt x="750" y="1"/>
                  </a:moveTo>
                  <a:cubicBezTo>
                    <a:pt x="739" y="1"/>
                    <a:pt x="727" y="4"/>
                    <a:pt x="715" y="10"/>
                  </a:cubicBezTo>
                  <a:cubicBezTo>
                    <a:pt x="667" y="46"/>
                    <a:pt x="643" y="94"/>
                    <a:pt x="643" y="141"/>
                  </a:cubicBezTo>
                  <a:cubicBezTo>
                    <a:pt x="643" y="176"/>
                    <a:pt x="662" y="198"/>
                    <a:pt x="686" y="198"/>
                  </a:cubicBezTo>
                  <a:cubicBezTo>
                    <a:pt x="695" y="198"/>
                    <a:pt x="705" y="195"/>
                    <a:pt x="715" y="189"/>
                  </a:cubicBezTo>
                  <a:cubicBezTo>
                    <a:pt x="762" y="165"/>
                    <a:pt x="786" y="117"/>
                    <a:pt x="798" y="58"/>
                  </a:cubicBezTo>
                  <a:cubicBezTo>
                    <a:pt x="798" y="23"/>
                    <a:pt x="779" y="1"/>
                    <a:pt x="750" y="1"/>
                  </a:cubicBezTo>
                  <a:close/>
                  <a:moveTo>
                    <a:pt x="438" y="189"/>
                  </a:moveTo>
                  <a:cubicBezTo>
                    <a:pt x="428" y="189"/>
                    <a:pt x="416" y="193"/>
                    <a:pt x="405" y="201"/>
                  </a:cubicBezTo>
                  <a:cubicBezTo>
                    <a:pt x="357" y="225"/>
                    <a:pt x="334" y="272"/>
                    <a:pt x="322" y="332"/>
                  </a:cubicBezTo>
                  <a:cubicBezTo>
                    <a:pt x="322" y="364"/>
                    <a:pt x="337" y="379"/>
                    <a:pt x="362" y="379"/>
                  </a:cubicBezTo>
                  <a:cubicBezTo>
                    <a:pt x="375" y="379"/>
                    <a:pt x="389" y="375"/>
                    <a:pt x="405" y="367"/>
                  </a:cubicBezTo>
                  <a:cubicBezTo>
                    <a:pt x="441" y="344"/>
                    <a:pt x="476" y="296"/>
                    <a:pt x="476" y="248"/>
                  </a:cubicBezTo>
                  <a:cubicBezTo>
                    <a:pt x="476" y="208"/>
                    <a:pt x="460" y="189"/>
                    <a:pt x="438" y="189"/>
                  </a:cubicBezTo>
                  <a:close/>
                  <a:moveTo>
                    <a:pt x="750" y="358"/>
                  </a:moveTo>
                  <a:cubicBezTo>
                    <a:pt x="739" y="358"/>
                    <a:pt x="727" y="361"/>
                    <a:pt x="715" y="367"/>
                  </a:cubicBezTo>
                  <a:cubicBezTo>
                    <a:pt x="667" y="391"/>
                    <a:pt x="643" y="439"/>
                    <a:pt x="643" y="498"/>
                  </a:cubicBezTo>
                  <a:cubicBezTo>
                    <a:pt x="643" y="533"/>
                    <a:pt x="662" y="555"/>
                    <a:pt x="686" y="555"/>
                  </a:cubicBezTo>
                  <a:cubicBezTo>
                    <a:pt x="695" y="555"/>
                    <a:pt x="705" y="552"/>
                    <a:pt x="715" y="546"/>
                  </a:cubicBezTo>
                  <a:cubicBezTo>
                    <a:pt x="762" y="510"/>
                    <a:pt x="786" y="463"/>
                    <a:pt x="798" y="415"/>
                  </a:cubicBezTo>
                  <a:cubicBezTo>
                    <a:pt x="798" y="380"/>
                    <a:pt x="779" y="358"/>
                    <a:pt x="750" y="358"/>
                  </a:cubicBezTo>
                  <a:close/>
                  <a:moveTo>
                    <a:pt x="110" y="380"/>
                  </a:moveTo>
                  <a:cubicBezTo>
                    <a:pt x="99" y="380"/>
                    <a:pt x="87" y="384"/>
                    <a:pt x="72" y="391"/>
                  </a:cubicBezTo>
                  <a:cubicBezTo>
                    <a:pt x="24" y="415"/>
                    <a:pt x="0" y="463"/>
                    <a:pt x="0" y="522"/>
                  </a:cubicBezTo>
                  <a:cubicBezTo>
                    <a:pt x="0" y="548"/>
                    <a:pt x="19" y="568"/>
                    <a:pt x="42" y="568"/>
                  </a:cubicBezTo>
                  <a:cubicBezTo>
                    <a:pt x="52" y="568"/>
                    <a:pt x="62" y="565"/>
                    <a:pt x="72" y="558"/>
                  </a:cubicBezTo>
                  <a:cubicBezTo>
                    <a:pt x="119" y="534"/>
                    <a:pt x="143" y="487"/>
                    <a:pt x="143" y="439"/>
                  </a:cubicBezTo>
                  <a:cubicBezTo>
                    <a:pt x="143" y="398"/>
                    <a:pt x="132" y="380"/>
                    <a:pt x="110" y="380"/>
                  </a:cubicBezTo>
                  <a:close/>
                  <a:moveTo>
                    <a:pt x="433" y="537"/>
                  </a:moveTo>
                  <a:cubicBezTo>
                    <a:pt x="424" y="537"/>
                    <a:pt x="415" y="540"/>
                    <a:pt x="405" y="546"/>
                  </a:cubicBezTo>
                  <a:cubicBezTo>
                    <a:pt x="357" y="582"/>
                    <a:pt x="334" y="629"/>
                    <a:pt x="322" y="677"/>
                  </a:cubicBezTo>
                  <a:cubicBezTo>
                    <a:pt x="322" y="712"/>
                    <a:pt x="341" y="734"/>
                    <a:pt x="370" y="734"/>
                  </a:cubicBezTo>
                  <a:cubicBezTo>
                    <a:pt x="380" y="734"/>
                    <a:pt x="392" y="731"/>
                    <a:pt x="405" y="725"/>
                  </a:cubicBezTo>
                  <a:cubicBezTo>
                    <a:pt x="441" y="701"/>
                    <a:pt x="476" y="653"/>
                    <a:pt x="476" y="594"/>
                  </a:cubicBezTo>
                  <a:cubicBezTo>
                    <a:pt x="476" y="559"/>
                    <a:pt x="457" y="537"/>
                    <a:pt x="433" y="537"/>
                  </a:cubicBezTo>
                  <a:close/>
                  <a:moveTo>
                    <a:pt x="105" y="727"/>
                  </a:moveTo>
                  <a:cubicBezTo>
                    <a:pt x="95" y="727"/>
                    <a:pt x="84" y="730"/>
                    <a:pt x="72" y="737"/>
                  </a:cubicBezTo>
                  <a:cubicBezTo>
                    <a:pt x="24" y="772"/>
                    <a:pt x="0" y="820"/>
                    <a:pt x="0" y="868"/>
                  </a:cubicBezTo>
                  <a:cubicBezTo>
                    <a:pt x="0" y="902"/>
                    <a:pt x="19" y="925"/>
                    <a:pt x="44" y="925"/>
                  </a:cubicBezTo>
                  <a:cubicBezTo>
                    <a:pt x="52" y="925"/>
                    <a:pt x="62" y="922"/>
                    <a:pt x="72" y="915"/>
                  </a:cubicBezTo>
                  <a:cubicBezTo>
                    <a:pt x="119" y="891"/>
                    <a:pt x="143" y="844"/>
                    <a:pt x="143" y="784"/>
                  </a:cubicBezTo>
                  <a:cubicBezTo>
                    <a:pt x="143" y="749"/>
                    <a:pt x="130" y="727"/>
                    <a:pt x="105" y="72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2" name="Google Shape;1502;p25"/>
            <p:cNvSpPr/>
            <p:nvPr/>
          </p:nvSpPr>
          <p:spPr>
            <a:xfrm>
              <a:off x="2168390" y="2372270"/>
              <a:ext cx="512871" cy="387377"/>
            </a:xfrm>
            <a:custGeom>
              <a:avLst/>
              <a:gdLst/>
              <a:ahLst/>
              <a:cxnLst/>
              <a:rect l="l" t="t" r="r" b="b"/>
              <a:pathLst>
                <a:path w="11241" h="8490" extrusionOk="0">
                  <a:moveTo>
                    <a:pt x="1" y="6489"/>
                  </a:moveTo>
                  <a:lnTo>
                    <a:pt x="1" y="8490"/>
                  </a:lnTo>
                  <a:lnTo>
                    <a:pt x="11240" y="2001"/>
                  </a:lnTo>
                  <a:lnTo>
                    <a:pt x="11240"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25"/>
            <p:cNvSpPr/>
            <p:nvPr/>
          </p:nvSpPr>
          <p:spPr>
            <a:xfrm>
              <a:off x="2200466" y="2546657"/>
              <a:ext cx="221646" cy="169004"/>
            </a:xfrm>
            <a:custGeom>
              <a:avLst/>
              <a:gdLst/>
              <a:ahLst/>
              <a:cxnLst/>
              <a:rect l="l" t="t" r="r" b="b"/>
              <a:pathLst>
                <a:path w="4858" h="3704" extrusionOk="0">
                  <a:moveTo>
                    <a:pt x="0" y="2798"/>
                  </a:moveTo>
                  <a:lnTo>
                    <a:pt x="0" y="3703"/>
                  </a:lnTo>
                  <a:lnTo>
                    <a:pt x="4858" y="905"/>
                  </a:lnTo>
                  <a:lnTo>
                    <a:pt x="4858" y="0"/>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25"/>
            <p:cNvSpPr/>
            <p:nvPr/>
          </p:nvSpPr>
          <p:spPr>
            <a:xfrm>
              <a:off x="2453059" y="2484193"/>
              <a:ext cx="65791" cy="95635"/>
            </a:xfrm>
            <a:custGeom>
              <a:avLst/>
              <a:gdLst/>
              <a:ahLst/>
              <a:cxnLst/>
              <a:rect l="l" t="t" r="r" b="b"/>
              <a:pathLst>
                <a:path w="1442" h="2096" extrusionOk="0">
                  <a:moveTo>
                    <a:pt x="1441" y="0"/>
                  </a:moveTo>
                  <a:lnTo>
                    <a:pt x="1" y="834"/>
                  </a:lnTo>
                  <a:lnTo>
                    <a:pt x="1" y="2096"/>
                  </a:lnTo>
                  <a:lnTo>
                    <a:pt x="1441" y="1262"/>
                  </a:lnTo>
                  <a:lnTo>
                    <a:pt x="14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25"/>
            <p:cNvSpPr/>
            <p:nvPr/>
          </p:nvSpPr>
          <p:spPr>
            <a:xfrm>
              <a:off x="2539979" y="2405943"/>
              <a:ext cx="128799" cy="119042"/>
            </a:xfrm>
            <a:custGeom>
              <a:avLst/>
              <a:gdLst/>
              <a:ahLst/>
              <a:cxnLst/>
              <a:rect l="l" t="t" r="r" b="b"/>
              <a:pathLst>
                <a:path w="2823" h="2609" extrusionOk="0">
                  <a:moveTo>
                    <a:pt x="1" y="1632"/>
                  </a:moveTo>
                  <a:lnTo>
                    <a:pt x="1" y="2608"/>
                  </a:lnTo>
                  <a:lnTo>
                    <a:pt x="2822" y="977"/>
                  </a:lnTo>
                  <a:lnTo>
                    <a:pt x="2822"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25"/>
            <p:cNvSpPr/>
            <p:nvPr/>
          </p:nvSpPr>
          <p:spPr>
            <a:xfrm>
              <a:off x="2553575" y="2423327"/>
              <a:ext cx="104892" cy="86966"/>
            </a:xfrm>
            <a:custGeom>
              <a:avLst/>
              <a:gdLst/>
              <a:ahLst/>
              <a:cxnLst/>
              <a:rect l="l" t="t" r="r" b="b"/>
              <a:pathLst>
                <a:path w="2299" h="1906" extrusionOk="0">
                  <a:moveTo>
                    <a:pt x="2298" y="1"/>
                  </a:moveTo>
                  <a:lnTo>
                    <a:pt x="2024" y="155"/>
                  </a:lnTo>
                  <a:lnTo>
                    <a:pt x="2024" y="394"/>
                  </a:lnTo>
                  <a:lnTo>
                    <a:pt x="2298" y="239"/>
                  </a:lnTo>
                  <a:lnTo>
                    <a:pt x="2298" y="1"/>
                  </a:lnTo>
                  <a:close/>
                  <a:moveTo>
                    <a:pt x="1893" y="227"/>
                  </a:moveTo>
                  <a:lnTo>
                    <a:pt x="1620" y="394"/>
                  </a:lnTo>
                  <a:lnTo>
                    <a:pt x="1620" y="632"/>
                  </a:lnTo>
                  <a:lnTo>
                    <a:pt x="1893" y="465"/>
                  </a:lnTo>
                  <a:lnTo>
                    <a:pt x="1893" y="227"/>
                  </a:lnTo>
                  <a:close/>
                  <a:moveTo>
                    <a:pt x="2298" y="358"/>
                  </a:moveTo>
                  <a:lnTo>
                    <a:pt x="2024" y="501"/>
                  </a:lnTo>
                  <a:lnTo>
                    <a:pt x="2024" y="739"/>
                  </a:lnTo>
                  <a:lnTo>
                    <a:pt x="2298" y="596"/>
                  </a:lnTo>
                  <a:lnTo>
                    <a:pt x="2298" y="358"/>
                  </a:lnTo>
                  <a:close/>
                  <a:moveTo>
                    <a:pt x="1489" y="465"/>
                  </a:moveTo>
                  <a:lnTo>
                    <a:pt x="1215" y="620"/>
                  </a:lnTo>
                  <a:lnTo>
                    <a:pt x="1215" y="858"/>
                  </a:lnTo>
                  <a:lnTo>
                    <a:pt x="1489" y="703"/>
                  </a:lnTo>
                  <a:lnTo>
                    <a:pt x="1489" y="465"/>
                  </a:lnTo>
                  <a:close/>
                  <a:moveTo>
                    <a:pt x="1893" y="584"/>
                  </a:moveTo>
                  <a:lnTo>
                    <a:pt x="1620" y="739"/>
                  </a:lnTo>
                  <a:lnTo>
                    <a:pt x="1620" y="977"/>
                  </a:lnTo>
                  <a:lnTo>
                    <a:pt x="1893" y="822"/>
                  </a:lnTo>
                  <a:lnTo>
                    <a:pt x="1893" y="584"/>
                  </a:lnTo>
                  <a:close/>
                  <a:moveTo>
                    <a:pt x="1084" y="703"/>
                  </a:moveTo>
                  <a:lnTo>
                    <a:pt x="810" y="858"/>
                  </a:lnTo>
                  <a:lnTo>
                    <a:pt x="810" y="1096"/>
                  </a:lnTo>
                  <a:lnTo>
                    <a:pt x="1084" y="929"/>
                  </a:lnTo>
                  <a:lnTo>
                    <a:pt x="1084" y="703"/>
                  </a:lnTo>
                  <a:close/>
                  <a:moveTo>
                    <a:pt x="1489" y="810"/>
                  </a:moveTo>
                  <a:lnTo>
                    <a:pt x="1215" y="977"/>
                  </a:lnTo>
                  <a:lnTo>
                    <a:pt x="1215" y="1203"/>
                  </a:lnTo>
                  <a:lnTo>
                    <a:pt x="1489" y="1048"/>
                  </a:lnTo>
                  <a:lnTo>
                    <a:pt x="1489" y="810"/>
                  </a:lnTo>
                  <a:close/>
                  <a:moveTo>
                    <a:pt x="679" y="941"/>
                  </a:moveTo>
                  <a:lnTo>
                    <a:pt x="405" y="1084"/>
                  </a:lnTo>
                  <a:lnTo>
                    <a:pt x="405" y="1322"/>
                  </a:lnTo>
                  <a:lnTo>
                    <a:pt x="679" y="1179"/>
                  </a:lnTo>
                  <a:lnTo>
                    <a:pt x="679" y="941"/>
                  </a:lnTo>
                  <a:close/>
                  <a:moveTo>
                    <a:pt x="1084" y="1048"/>
                  </a:moveTo>
                  <a:lnTo>
                    <a:pt x="810" y="1203"/>
                  </a:lnTo>
                  <a:lnTo>
                    <a:pt x="810" y="1453"/>
                  </a:lnTo>
                  <a:lnTo>
                    <a:pt x="1084" y="1286"/>
                  </a:lnTo>
                  <a:lnTo>
                    <a:pt x="1084" y="1048"/>
                  </a:lnTo>
                  <a:close/>
                  <a:moveTo>
                    <a:pt x="274" y="1156"/>
                  </a:moveTo>
                  <a:lnTo>
                    <a:pt x="0" y="1322"/>
                  </a:lnTo>
                  <a:lnTo>
                    <a:pt x="0" y="1560"/>
                  </a:lnTo>
                  <a:lnTo>
                    <a:pt x="274" y="1394"/>
                  </a:lnTo>
                  <a:lnTo>
                    <a:pt x="274" y="1156"/>
                  </a:lnTo>
                  <a:close/>
                  <a:moveTo>
                    <a:pt x="679" y="1275"/>
                  </a:moveTo>
                  <a:lnTo>
                    <a:pt x="405" y="1429"/>
                  </a:lnTo>
                  <a:lnTo>
                    <a:pt x="405" y="1667"/>
                  </a:lnTo>
                  <a:lnTo>
                    <a:pt x="679" y="1513"/>
                  </a:lnTo>
                  <a:lnTo>
                    <a:pt x="679" y="1275"/>
                  </a:lnTo>
                  <a:close/>
                  <a:moveTo>
                    <a:pt x="274" y="1513"/>
                  </a:moveTo>
                  <a:lnTo>
                    <a:pt x="0" y="1667"/>
                  </a:lnTo>
                  <a:lnTo>
                    <a:pt x="0" y="1906"/>
                  </a:lnTo>
                  <a:lnTo>
                    <a:pt x="274" y="1751"/>
                  </a:lnTo>
                  <a:lnTo>
                    <a:pt x="274" y="151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7" name="Google Shape;1507;p25"/>
            <p:cNvSpPr/>
            <p:nvPr/>
          </p:nvSpPr>
          <p:spPr>
            <a:xfrm>
              <a:off x="2467751" y="2513623"/>
              <a:ext cx="36409" cy="42205"/>
            </a:xfrm>
            <a:custGeom>
              <a:avLst/>
              <a:gdLst/>
              <a:ahLst/>
              <a:cxnLst/>
              <a:rect l="l" t="t" r="r" b="b"/>
              <a:pathLst>
                <a:path w="798" h="925" extrusionOk="0">
                  <a:moveTo>
                    <a:pt x="750" y="1"/>
                  </a:moveTo>
                  <a:cubicBezTo>
                    <a:pt x="739" y="1"/>
                    <a:pt x="727" y="4"/>
                    <a:pt x="715" y="10"/>
                  </a:cubicBezTo>
                  <a:cubicBezTo>
                    <a:pt x="667" y="46"/>
                    <a:pt x="643" y="93"/>
                    <a:pt x="643" y="141"/>
                  </a:cubicBezTo>
                  <a:cubicBezTo>
                    <a:pt x="643" y="176"/>
                    <a:pt x="662" y="198"/>
                    <a:pt x="686" y="198"/>
                  </a:cubicBezTo>
                  <a:cubicBezTo>
                    <a:pt x="695" y="198"/>
                    <a:pt x="705" y="195"/>
                    <a:pt x="715" y="189"/>
                  </a:cubicBezTo>
                  <a:cubicBezTo>
                    <a:pt x="762" y="165"/>
                    <a:pt x="786" y="117"/>
                    <a:pt x="798" y="58"/>
                  </a:cubicBezTo>
                  <a:cubicBezTo>
                    <a:pt x="798" y="23"/>
                    <a:pt x="779" y="1"/>
                    <a:pt x="750" y="1"/>
                  </a:cubicBezTo>
                  <a:close/>
                  <a:moveTo>
                    <a:pt x="433" y="191"/>
                  </a:moveTo>
                  <a:cubicBezTo>
                    <a:pt x="424" y="191"/>
                    <a:pt x="415" y="194"/>
                    <a:pt x="405" y="200"/>
                  </a:cubicBezTo>
                  <a:cubicBezTo>
                    <a:pt x="357" y="224"/>
                    <a:pt x="334" y="272"/>
                    <a:pt x="322" y="331"/>
                  </a:cubicBezTo>
                  <a:cubicBezTo>
                    <a:pt x="322" y="363"/>
                    <a:pt x="337" y="379"/>
                    <a:pt x="362" y="379"/>
                  </a:cubicBezTo>
                  <a:cubicBezTo>
                    <a:pt x="375" y="379"/>
                    <a:pt x="389" y="375"/>
                    <a:pt x="405" y="367"/>
                  </a:cubicBezTo>
                  <a:cubicBezTo>
                    <a:pt x="453" y="343"/>
                    <a:pt x="476" y="296"/>
                    <a:pt x="476" y="248"/>
                  </a:cubicBezTo>
                  <a:cubicBezTo>
                    <a:pt x="476" y="213"/>
                    <a:pt x="457" y="191"/>
                    <a:pt x="433" y="191"/>
                  </a:cubicBezTo>
                  <a:close/>
                  <a:moveTo>
                    <a:pt x="750" y="358"/>
                  </a:moveTo>
                  <a:cubicBezTo>
                    <a:pt x="739" y="358"/>
                    <a:pt x="727" y="361"/>
                    <a:pt x="715" y="367"/>
                  </a:cubicBezTo>
                  <a:cubicBezTo>
                    <a:pt x="667" y="391"/>
                    <a:pt x="643" y="450"/>
                    <a:pt x="643" y="498"/>
                  </a:cubicBezTo>
                  <a:cubicBezTo>
                    <a:pt x="643" y="533"/>
                    <a:pt x="662" y="555"/>
                    <a:pt x="686" y="555"/>
                  </a:cubicBezTo>
                  <a:cubicBezTo>
                    <a:pt x="695" y="555"/>
                    <a:pt x="705" y="552"/>
                    <a:pt x="715" y="546"/>
                  </a:cubicBezTo>
                  <a:cubicBezTo>
                    <a:pt x="762" y="510"/>
                    <a:pt x="786" y="462"/>
                    <a:pt x="798" y="415"/>
                  </a:cubicBezTo>
                  <a:cubicBezTo>
                    <a:pt x="798" y="380"/>
                    <a:pt x="779" y="358"/>
                    <a:pt x="750" y="358"/>
                  </a:cubicBezTo>
                  <a:close/>
                  <a:moveTo>
                    <a:pt x="105" y="382"/>
                  </a:moveTo>
                  <a:cubicBezTo>
                    <a:pt x="95" y="382"/>
                    <a:pt x="84" y="385"/>
                    <a:pt x="72" y="391"/>
                  </a:cubicBezTo>
                  <a:cubicBezTo>
                    <a:pt x="24" y="415"/>
                    <a:pt x="0" y="462"/>
                    <a:pt x="0" y="522"/>
                  </a:cubicBezTo>
                  <a:cubicBezTo>
                    <a:pt x="0" y="548"/>
                    <a:pt x="19" y="567"/>
                    <a:pt x="42" y="567"/>
                  </a:cubicBezTo>
                  <a:cubicBezTo>
                    <a:pt x="52" y="567"/>
                    <a:pt x="62" y="564"/>
                    <a:pt x="72" y="558"/>
                  </a:cubicBezTo>
                  <a:cubicBezTo>
                    <a:pt x="119" y="534"/>
                    <a:pt x="143" y="486"/>
                    <a:pt x="143" y="439"/>
                  </a:cubicBezTo>
                  <a:cubicBezTo>
                    <a:pt x="143" y="404"/>
                    <a:pt x="130" y="382"/>
                    <a:pt x="105" y="382"/>
                  </a:cubicBezTo>
                  <a:close/>
                  <a:moveTo>
                    <a:pt x="430" y="541"/>
                  </a:moveTo>
                  <a:cubicBezTo>
                    <a:pt x="422" y="541"/>
                    <a:pt x="413" y="543"/>
                    <a:pt x="405" y="546"/>
                  </a:cubicBezTo>
                  <a:cubicBezTo>
                    <a:pt x="357" y="581"/>
                    <a:pt x="334" y="629"/>
                    <a:pt x="322" y="677"/>
                  </a:cubicBezTo>
                  <a:cubicBezTo>
                    <a:pt x="322" y="712"/>
                    <a:pt x="341" y="734"/>
                    <a:pt x="370" y="734"/>
                  </a:cubicBezTo>
                  <a:cubicBezTo>
                    <a:pt x="380" y="734"/>
                    <a:pt x="392" y="731"/>
                    <a:pt x="405" y="724"/>
                  </a:cubicBezTo>
                  <a:cubicBezTo>
                    <a:pt x="441" y="701"/>
                    <a:pt x="476" y="653"/>
                    <a:pt x="476" y="593"/>
                  </a:cubicBezTo>
                  <a:cubicBezTo>
                    <a:pt x="476" y="557"/>
                    <a:pt x="456" y="541"/>
                    <a:pt x="430" y="541"/>
                  </a:cubicBezTo>
                  <a:close/>
                  <a:moveTo>
                    <a:pt x="101" y="732"/>
                  </a:moveTo>
                  <a:cubicBezTo>
                    <a:pt x="93" y="732"/>
                    <a:pt x="83" y="733"/>
                    <a:pt x="72" y="736"/>
                  </a:cubicBezTo>
                  <a:cubicBezTo>
                    <a:pt x="24" y="772"/>
                    <a:pt x="0" y="820"/>
                    <a:pt x="0" y="867"/>
                  </a:cubicBezTo>
                  <a:cubicBezTo>
                    <a:pt x="0" y="902"/>
                    <a:pt x="19" y="924"/>
                    <a:pt x="44" y="924"/>
                  </a:cubicBezTo>
                  <a:cubicBezTo>
                    <a:pt x="52" y="924"/>
                    <a:pt x="62" y="921"/>
                    <a:pt x="72" y="915"/>
                  </a:cubicBezTo>
                  <a:cubicBezTo>
                    <a:pt x="119" y="891"/>
                    <a:pt x="143" y="843"/>
                    <a:pt x="143" y="784"/>
                  </a:cubicBezTo>
                  <a:cubicBezTo>
                    <a:pt x="143" y="747"/>
                    <a:pt x="129" y="732"/>
                    <a:pt x="101" y="73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8" name="Google Shape;1508;p25"/>
            <p:cNvSpPr/>
            <p:nvPr/>
          </p:nvSpPr>
          <p:spPr>
            <a:xfrm>
              <a:off x="2168390" y="2350004"/>
              <a:ext cx="512871" cy="318389"/>
            </a:xfrm>
            <a:custGeom>
              <a:avLst/>
              <a:gdLst/>
              <a:ahLst/>
              <a:cxnLst/>
              <a:rect l="l" t="t" r="r" b="b"/>
              <a:pathLst>
                <a:path w="11241" h="6978" extrusionOk="0">
                  <a:moveTo>
                    <a:pt x="11240" y="488"/>
                  </a:moveTo>
                  <a:lnTo>
                    <a:pt x="10371" y="0"/>
                  </a:lnTo>
                  <a:lnTo>
                    <a:pt x="1" y="5989"/>
                  </a:lnTo>
                  <a:lnTo>
                    <a:pt x="1" y="6977"/>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25"/>
            <p:cNvSpPr/>
            <p:nvPr/>
          </p:nvSpPr>
          <p:spPr>
            <a:xfrm>
              <a:off x="2168390" y="2235890"/>
              <a:ext cx="512871" cy="386876"/>
            </a:xfrm>
            <a:custGeom>
              <a:avLst/>
              <a:gdLst/>
              <a:ahLst/>
              <a:cxnLst/>
              <a:rect l="l" t="t" r="r" b="b"/>
              <a:pathLst>
                <a:path w="11241" h="8479" extrusionOk="0">
                  <a:moveTo>
                    <a:pt x="1" y="6490"/>
                  </a:moveTo>
                  <a:lnTo>
                    <a:pt x="1" y="8478"/>
                  </a:lnTo>
                  <a:lnTo>
                    <a:pt x="11240" y="1989"/>
                  </a:lnTo>
                  <a:lnTo>
                    <a:pt x="11240"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25"/>
            <p:cNvSpPr/>
            <p:nvPr/>
          </p:nvSpPr>
          <p:spPr>
            <a:xfrm>
              <a:off x="2200466" y="2410277"/>
              <a:ext cx="221646" cy="169004"/>
            </a:xfrm>
            <a:custGeom>
              <a:avLst/>
              <a:gdLst/>
              <a:ahLst/>
              <a:cxnLst/>
              <a:rect l="l" t="t" r="r" b="b"/>
              <a:pathLst>
                <a:path w="4858" h="3704" extrusionOk="0">
                  <a:moveTo>
                    <a:pt x="0" y="2799"/>
                  </a:moveTo>
                  <a:lnTo>
                    <a:pt x="0" y="3704"/>
                  </a:lnTo>
                  <a:lnTo>
                    <a:pt x="4858" y="906"/>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25"/>
            <p:cNvSpPr/>
            <p:nvPr/>
          </p:nvSpPr>
          <p:spPr>
            <a:xfrm>
              <a:off x="2453059" y="2347814"/>
              <a:ext cx="65791" cy="95133"/>
            </a:xfrm>
            <a:custGeom>
              <a:avLst/>
              <a:gdLst/>
              <a:ahLst/>
              <a:cxnLst/>
              <a:rect l="l" t="t" r="r" b="b"/>
              <a:pathLst>
                <a:path w="1442" h="2085" extrusionOk="0">
                  <a:moveTo>
                    <a:pt x="1441" y="1"/>
                  </a:moveTo>
                  <a:lnTo>
                    <a:pt x="1" y="822"/>
                  </a:lnTo>
                  <a:lnTo>
                    <a:pt x="1" y="2084"/>
                  </a:lnTo>
                  <a:lnTo>
                    <a:pt x="1441" y="1251"/>
                  </a:lnTo>
                  <a:lnTo>
                    <a:pt x="14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25"/>
            <p:cNvSpPr/>
            <p:nvPr/>
          </p:nvSpPr>
          <p:spPr>
            <a:xfrm>
              <a:off x="2539979" y="2269609"/>
              <a:ext cx="128799" cy="118997"/>
            </a:xfrm>
            <a:custGeom>
              <a:avLst/>
              <a:gdLst/>
              <a:ahLst/>
              <a:cxnLst/>
              <a:rect l="l" t="t" r="r" b="b"/>
              <a:pathLst>
                <a:path w="2823" h="2608" extrusionOk="0">
                  <a:moveTo>
                    <a:pt x="1" y="1619"/>
                  </a:moveTo>
                  <a:lnTo>
                    <a:pt x="1" y="2608"/>
                  </a:lnTo>
                  <a:lnTo>
                    <a:pt x="2822" y="976"/>
                  </a:lnTo>
                  <a:lnTo>
                    <a:pt x="2822"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25"/>
            <p:cNvSpPr/>
            <p:nvPr/>
          </p:nvSpPr>
          <p:spPr>
            <a:xfrm>
              <a:off x="2553575" y="2286993"/>
              <a:ext cx="104892" cy="86966"/>
            </a:xfrm>
            <a:custGeom>
              <a:avLst/>
              <a:gdLst/>
              <a:ahLst/>
              <a:cxnLst/>
              <a:rect l="l" t="t" r="r" b="b"/>
              <a:pathLst>
                <a:path w="2299" h="1906" extrusionOk="0">
                  <a:moveTo>
                    <a:pt x="2298" y="0"/>
                  </a:moveTo>
                  <a:lnTo>
                    <a:pt x="2024" y="155"/>
                  </a:lnTo>
                  <a:lnTo>
                    <a:pt x="2024" y="393"/>
                  </a:lnTo>
                  <a:lnTo>
                    <a:pt x="2298" y="238"/>
                  </a:lnTo>
                  <a:lnTo>
                    <a:pt x="2298" y="0"/>
                  </a:lnTo>
                  <a:close/>
                  <a:moveTo>
                    <a:pt x="1893" y="238"/>
                  </a:moveTo>
                  <a:lnTo>
                    <a:pt x="1620" y="393"/>
                  </a:lnTo>
                  <a:lnTo>
                    <a:pt x="1620" y="631"/>
                  </a:lnTo>
                  <a:lnTo>
                    <a:pt x="1893" y="476"/>
                  </a:lnTo>
                  <a:lnTo>
                    <a:pt x="1893" y="238"/>
                  </a:lnTo>
                  <a:close/>
                  <a:moveTo>
                    <a:pt x="2298" y="357"/>
                  </a:moveTo>
                  <a:lnTo>
                    <a:pt x="2024" y="500"/>
                  </a:lnTo>
                  <a:lnTo>
                    <a:pt x="2024" y="738"/>
                  </a:lnTo>
                  <a:lnTo>
                    <a:pt x="2298" y="595"/>
                  </a:lnTo>
                  <a:lnTo>
                    <a:pt x="2298" y="357"/>
                  </a:lnTo>
                  <a:close/>
                  <a:moveTo>
                    <a:pt x="1489" y="464"/>
                  </a:moveTo>
                  <a:lnTo>
                    <a:pt x="1215" y="619"/>
                  </a:lnTo>
                  <a:lnTo>
                    <a:pt x="1215" y="857"/>
                  </a:lnTo>
                  <a:lnTo>
                    <a:pt x="1489" y="703"/>
                  </a:lnTo>
                  <a:lnTo>
                    <a:pt x="1489" y="464"/>
                  </a:lnTo>
                  <a:close/>
                  <a:moveTo>
                    <a:pt x="1893" y="584"/>
                  </a:moveTo>
                  <a:lnTo>
                    <a:pt x="1620" y="738"/>
                  </a:lnTo>
                  <a:lnTo>
                    <a:pt x="1620" y="976"/>
                  </a:lnTo>
                  <a:lnTo>
                    <a:pt x="1893" y="822"/>
                  </a:lnTo>
                  <a:lnTo>
                    <a:pt x="1893" y="584"/>
                  </a:lnTo>
                  <a:close/>
                  <a:moveTo>
                    <a:pt x="1084" y="703"/>
                  </a:moveTo>
                  <a:lnTo>
                    <a:pt x="810" y="857"/>
                  </a:lnTo>
                  <a:lnTo>
                    <a:pt x="810" y="1096"/>
                  </a:lnTo>
                  <a:lnTo>
                    <a:pt x="1084" y="941"/>
                  </a:lnTo>
                  <a:lnTo>
                    <a:pt x="1084" y="703"/>
                  </a:lnTo>
                  <a:close/>
                  <a:moveTo>
                    <a:pt x="1489" y="810"/>
                  </a:moveTo>
                  <a:lnTo>
                    <a:pt x="1215" y="976"/>
                  </a:lnTo>
                  <a:lnTo>
                    <a:pt x="1215" y="1215"/>
                  </a:lnTo>
                  <a:lnTo>
                    <a:pt x="1489" y="1048"/>
                  </a:lnTo>
                  <a:lnTo>
                    <a:pt x="1489" y="810"/>
                  </a:lnTo>
                  <a:close/>
                  <a:moveTo>
                    <a:pt x="679" y="929"/>
                  </a:moveTo>
                  <a:lnTo>
                    <a:pt x="405" y="1084"/>
                  </a:lnTo>
                  <a:lnTo>
                    <a:pt x="405" y="1322"/>
                  </a:lnTo>
                  <a:lnTo>
                    <a:pt x="679" y="1167"/>
                  </a:lnTo>
                  <a:lnTo>
                    <a:pt x="679" y="929"/>
                  </a:lnTo>
                  <a:close/>
                  <a:moveTo>
                    <a:pt x="1084" y="1048"/>
                  </a:moveTo>
                  <a:lnTo>
                    <a:pt x="810" y="1203"/>
                  </a:lnTo>
                  <a:lnTo>
                    <a:pt x="810" y="1441"/>
                  </a:lnTo>
                  <a:lnTo>
                    <a:pt x="1084" y="1286"/>
                  </a:lnTo>
                  <a:lnTo>
                    <a:pt x="1084" y="1048"/>
                  </a:lnTo>
                  <a:close/>
                  <a:moveTo>
                    <a:pt x="274" y="1167"/>
                  </a:moveTo>
                  <a:lnTo>
                    <a:pt x="0" y="1310"/>
                  </a:lnTo>
                  <a:lnTo>
                    <a:pt x="0" y="1560"/>
                  </a:lnTo>
                  <a:lnTo>
                    <a:pt x="274" y="1405"/>
                  </a:lnTo>
                  <a:lnTo>
                    <a:pt x="274" y="1167"/>
                  </a:lnTo>
                  <a:close/>
                  <a:moveTo>
                    <a:pt x="679" y="1274"/>
                  </a:moveTo>
                  <a:lnTo>
                    <a:pt x="405" y="1441"/>
                  </a:lnTo>
                  <a:lnTo>
                    <a:pt x="405" y="1679"/>
                  </a:lnTo>
                  <a:lnTo>
                    <a:pt x="679" y="1512"/>
                  </a:lnTo>
                  <a:lnTo>
                    <a:pt x="679" y="1274"/>
                  </a:lnTo>
                  <a:close/>
                  <a:moveTo>
                    <a:pt x="274" y="1512"/>
                  </a:moveTo>
                  <a:lnTo>
                    <a:pt x="0" y="1667"/>
                  </a:lnTo>
                  <a:lnTo>
                    <a:pt x="0" y="1905"/>
                  </a:lnTo>
                  <a:lnTo>
                    <a:pt x="274" y="1750"/>
                  </a:lnTo>
                  <a:lnTo>
                    <a:pt x="274" y="151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4" name="Google Shape;1514;p25"/>
            <p:cNvSpPr/>
            <p:nvPr/>
          </p:nvSpPr>
          <p:spPr>
            <a:xfrm>
              <a:off x="2467751" y="2377289"/>
              <a:ext cx="36409" cy="42160"/>
            </a:xfrm>
            <a:custGeom>
              <a:avLst/>
              <a:gdLst/>
              <a:ahLst/>
              <a:cxnLst/>
              <a:rect l="l" t="t" r="r" b="b"/>
              <a:pathLst>
                <a:path w="798" h="924" extrusionOk="0">
                  <a:moveTo>
                    <a:pt x="750" y="0"/>
                  </a:moveTo>
                  <a:cubicBezTo>
                    <a:pt x="739" y="0"/>
                    <a:pt x="727" y="3"/>
                    <a:pt x="715" y="9"/>
                  </a:cubicBezTo>
                  <a:cubicBezTo>
                    <a:pt x="667" y="33"/>
                    <a:pt x="643" y="81"/>
                    <a:pt x="643" y="140"/>
                  </a:cubicBezTo>
                  <a:cubicBezTo>
                    <a:pt x="643" y="175"/>
                    <a:pt x="662" y="197"/>
                    <a:pt x="686" y="197"/>
                  </a:cubicBezTo>
                  <a:cubicBezTo>
                    <a:pt x="695" y="197"/>
                    <a:pt x="705" y="194"/>
                    <a:pt x="715" y="188"/>
                  </a:cubicBezTo>
                  <a:cubicBezTo>
                    <a:pt x="762" y="152"/>
                    <a:pt x="786" y="105"/>
                    <a:pt x="798" y="57"/>
                  </a:cubicBezTo>
                  <a:cubicBezTo>
                    <a:pt x="798" y="22"/>
                    <a:pt x="779" y="0"/>
                    <a:pt x="750" y="0"/>
                  </a:cubicBezTo>
                  <a:close/>
                  <a:moveTo>
                    <a:pt x="433" y="179"/>
                  </a:moveTo>
                  <a:cubicBezTo>
                    <a:pt x="424" y="179"/>
                    <a:pt x="415" y="182"/>
                    <a:pt x="405" y="188"/>
                  </a:cubicBezTo>
                  <a:cubicBezTo>
                    <a:pt x="357" y="224"/>
                    <a:pt x="334" y="271"/>
                    <a:pt x="322" y="319"/>
                  </a:cubicBezTo>
                  <a:cubicBezTo>
                    <a:pt x="322" y="354"/>
                    <a:pt x="341" y="376"/>
                    <a:pt x="370" y="376"/>
                  </a:cubicBezTo>
                  <a:cubicBezTo>
                    <a:pt x="380" y="376"/>
                    <a:pt x="392" y="373"/>
                    <a:pt x="405" y="367"/>
                  </a:cubicBezTo>
                  <a:cubicBezTo>
                    <a:pt x="441" y="331"/>
                    <a:pt x="476" y="283"/>
                    <a:pt x="476" y="236"/>
                  </a:cubicBezTo>
                  <a:cubicBezTo>
                    <a:pt x="476" y="201"/>
                    <a:pt x="457" y="179"/>
                    <a:pt x="433" y="179"/>
                  </a:cubicBezTo>
                  <a:close/>
                  <a:moveTo>
                    <a:pt x="757" y="355"/>
                  </a:moveTo>
                  <a:cubicBezTo>
                    <a:pt x="745" y="355"/>
                    <a:pt x="730" y="359"/>
                    <a:pt x="715" y="367"/>
                  </a:cubicBezTo>
                  <a:cubicBezTo>
                    <a:pt x="667" y="390"/>
                    <a:pt x="643" y="438"/>
                    <a:pt x="643" y="486"/>
                  </a:cubicBezTo>
                  <a:cubicBezTo>
                    <a:pt x="643" y="526"/>
                    <a:pt x="660" y="545"/>
                    <a:pt x="682" y="545"/>
                  </a:cubicBezTo>
                  <a:cubicBezTo>
                    <a:pt x="692" y="545"/>
                    <a:pt x="703" y="541"/>
                    <a:pt x="715" y="533"/>
                  </a:cubicBezTo>
                  <a:cubicBezTo>
                    <a:pt x="762" y="510"/>
                    <a:pt x="786" y="462"/>
                    <a:pt x="798" y="402"/>
                  </a:cubicBezTo>
                  <a:cubicBezTo>
                    <a:pt x="798" y="371"/>
                    <a:pt x="782" y="355"/>
                    <a:pt x="757" y="355"/>
                  </a:cubicBezTo>
                  <a:close/>
                  <a:moveTo>
                    <a:pt x="105" y="369"/>
                  </a:moveTo>
                  <a:cubicBezTo>
                    <a:pt x="95" y="369"/>
                    <a:pt x="84" y="372"/>
                    <a:pt x="72" y="379"/>
                  </a:cubicBezTo>
                  <a:cubicBezTo>
                    <a:pt x="24" y="414"/>
                    <a:pt x="0" y="462"/>
                    <a:pt x="0" y="510"/>
                  </a:cubicBezTo>
                  <a:cubicBezTo>
                    <a:pt x="0" y="544"/>
                    <a:pt x="19" y="567"/>
                    <a:pt x="44" y="567"/>
                  </a:cubicBezTo>
                  <a:cubicBezTo>
                    <a:pt x="52" y="567"/>
                    <a:pt x="62" y="564"/>
                    <a:pt x="72" y="557"/>
                  </a:cubicBezTo>
                  <a:cubicBezTo>
                    <a:pt x="119" y="533"/>
                    <a:pt x="143" y="474"/>
                    <a:pt x="143" y="426"/>
                  </a:cubicBezTo>
                  <a:cubicBezTo>
                    <a:pt x="143" y="391"/>
                    <a:pt x="130" y="369"/>
                    <a:pt x="105" y="369"/>
                  </a:cubicBezTo>
                  <a:close/>
                  <a:moveTo>
                    <a:pt x="433" y="536"/>
                  </a:moveTo>
                  <a:cubicBezTo>
                    <a:pt x="424" y="536"/>
                    <a:pt x="415" y="539"/>
                    <a:pt x="405" y="545"/>
                  </a:cubicBezTo>
                  <a:cubicBezTo>
                    <a:pt x="357" y="569"/>
                    <a:pt x="334" y="617"/>
                    <a:pt x="322" y="676"/>
                  </a:cubicBezTo>
                  <a:cubicBezTo>
                    <a:pt x="322" y="711"/>
                    <a:pt x="341" y="733"/>
                    <a:pt x="370" y="733"/>
                  </a:cubicBezTo>
                  <a:cubicBezTo>
                    <a:pt x="380" y="733"/>
                    <a:pt x="392" y="730"/>
                    <a:pt x="405" y="724"/>
                  </a:cubicBezTo>
                  <a:cubicBezTo>
                    <a:pt x="441" y="688"/>
                    <a:pt x="476" y="641"/>
                    <a:pt x="476" y="593"/>
                  </a:cubicBezTo>
                  <a:cubicBezTo>
                    <a:pt x="476" y="558"/>
                    <a:pt x="457" y="536"/>
                    <a:pt x="433" y="536"/>
                  </a:cubicBezTo>
                  <a:close/>
                  <a:moveTo>
                    <a:pt x="105" y="726"/>
                  </a:moveTo>
                  <a:cubicBezTo>
                    <a:pt x="95" y="726"/>
                    <a:pt x="84" y="729"/>
                    <a:pt x="72" y="736"/>
                  </a:cubicBezTo>
                  <a:cubicBezTo>
                    <a:pt x="24" y="760"/>
                    <a:pt x="0" y="807"/>
                    <a:pt x="0" y="867"/>
                  </a:cubicBezTo>
                  <a:cubicBezTo>
                    <a:pt x="0" y="902"/>
                    <a:pt x="19" y="924"/>
                    <a:pt x="44" y="924"/>
                  </a:cubicBezTo>
                  <a:cubicBezTo>
                    <a:pt x="52" y="924"/>
                    <a:pt x="62" y="921"/>
                    <a:pt x="72" y="914"/>
                  </a:cubicBezTo>
                  <a:cubicBezTo>
                    <a:pt x="119" y="879"/>
                    <a:pt x="143" y="831"/>
                    <a:pt x="143" y="783"/>
                  </a:cubicBezTo>
                  <a:cubicBezTo>
                    <a:pt x="143" y="749"/>
                    <a:pt x="130" y="726"/>
                    <a:pt x="105" y="72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5" name="Google Shape;1515;p25"/>
            <p:cNvSpPr/>
            <p:nvPr/>
          </p:nvSpPr>
          <p:spPr>
            <a:xfrm>
              <a:off x="2168390" y="2213077"/>
              <a:ext cx="512871" cy="318936"/>
            </a:xfrm>
            <a:custGeom>
              <a:avLst/>
              <a:gdLst/>
              <a:ahLst/>
              <a:cxnLst/>
              <a:rect l="l" t="t" r="r" b="b"/>
              <a:pathLst>
                <a:path w="11241" h="6990" extrusionOk="0">
                  <a:moveTo>
                    <a:pt x="11240" y="501"/>
                  </a:moveTo>
                  <a:lnTo>
                    <a:pt x="10371" y="1"/>
                  </a:lnTo>
                  <a:lnTo>
                    <a:pt x="1" y="5990"/>
                  </a:lnTo>
                  <a:lnTo>
                    <a:pt x="1" y="6990"/>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6" name="Google Shape;1516;p25"/>
            <p:cNvSpPr/>
            <p:nvPr/>
          </p:nvSpPr>
          <p:spPr>
            <a:xfrm>
              <a:off x="2168390" y="2099009"/>
              <a:ext cx="512871" cy="387377"/>
            </a:xfrm>
            <a:custGeom>
              <a:avLst/>
              <a:gdLst/>
              <a:ahLst/>
              <a:cxnLst/>
              <a:rect l="l" t="t" r="r" b="b"/>
              <a:pathLst>
                <a:path w="11241" h="8490" extrusionOk="0">
                  <a:moveTo>
                    <a:pt x="1" y="6489"/>
                  </a:moveTo>
                  <a:lnTo>
                    <a:pt x="1" y="8490"/>
                  </a:lnTo>
                  <a:lnTo>
                    <a:pt x="11240" y="2001"/>
                  </a:lnTo>
                  <a:lnTo>
                    <a:pt x="11240"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25"/>
            <p:cNvSpPr/>
            <p:nvPr/>
          </p:nvSpPr>
          <p:spPr>
            <a:xfrm>
              <a:off x="2200466" y="2273396"/>
              <a:ext cx="221646" cy="169004"/>
            </a:xfrm>
            <a:custGeom>
              <a:avLst/>
              <a:gdLst/>
              <a:ahLst/>
              <a:cxnLst/>
              <a:rect l="l" t="t" r="r" b="b"/>
              <a:pathLst>
                <a:path w="4858" h="3704" extrusionOk="0">
                  <a:moveTo>
                    <a:pt x="0" y="2798"/>
                  </a:moveTo>
                  <a:lnTo>
                    <a:pt x="0" y="3703"/>
                  </a:lnTo>
                  <a:lnTo>
                    <a:pt x="4858" y="905"/>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8" name="Google Shape;1518;p25"/>
            <p:cNvSpPr/>
            <p:nvPr/>
          </p:nvSpPr>
          <p:spPr>
            <a:xfrm>
              <a:off x="2453059" y="2210932"/>
              <a:ext cx="65791" cy="95635"/>
            </a:xfrm>
            <a:custGeom>
              <a:avLst/>
              <a:gdLst/>
              <a:ahLst/>
              <a:cxnLst/>
              <a:rect l="l" t="t" r="r" b="b"/>
              <a:pathLst>
                <a:path w="1442" h="2096" extrusionOk="0">
                  <a:moveTo>
                    <a:pt x="1441" y="0"/>
                  </a:moveTo>
                  <a:lnTo>
                    <a:pt x="1" y="834"/>
                  </a:lnTo>
                  <a:lnTo>
                    <a:pt x="1" y="2096"/>
                  </a:lnTo>
                  <a:lnTo>
                    <a:pt x="1441" y="1262"/>
                  </a:lnTo>
                  <a:lnTo>
                    <a:pt x="14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9" name="Google Shape;1519;p25"/>
            <p:cNvSpPr/>
            <p:nvPr/>
          </p:nvSpPr>
          <p:spPr>
            <a:xfrm>
              <a:off x="2539979" y="2132682"/>
              <a:ext cx="128799" cy="119042"/>
            </a:xfrm>
            <a:custGeom>
              <a:avLst/>
              <a:gdLst/>
              <a:ahLst/>
              <a:cxnLst/>
              <a:rect l="l" t="t" r="r" b="b"/>
              <a:pathLst>
                <a:path w="2823" h="2609" extrusionOk="0">
                  <a:moveTo>
                    <a:pt x="1" y="1632"/>
                  </a:moveTo>
                  <a:lnTo>
                    <a:pt x="1" y="2608"/>
                  </a:lnTo>
                  <a:lnTo>
                    <a:pt x="2822" y="977"/>
                  </a:lnTo>
                  <a:lnTo>
                    <a:pt x="2822"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25"/>
            <p:cNvSpPr/>
            <p:nvPr/>
          </p:nvSpPr>
          <p:spPr>
            <a:xfrm>
              <a:off x="2553575" y="2150066"/>
              <a:ext cx="104892" cy="86966"/>
            </a:xfrm>
            <a:custGeom>
              <a:avLst/>
              <a:gdLst/>
              <a:ahLst/>
              <a:cxnLst/>
              <a:rect l="l" t="t" r="r" b="b"/>
              <a:pathLst>
                <a:path w="2299" h="1906" extrusionOk="0">
                  <a:moveTo>
                    <a:pt x="2298" y="1"/>
                  </a:moveTo>
                  <a:lnTo>
                    <a:pt x="2024" y="156"/>
                  </a:lnTo>
                  <a:lnTo>
                    <a:pt x="2024" y="394"/>
                  </a:lnTo>
                  <a:lnTo>
                    <a:pt x="2298" y="239"/>
                  </a:lnTo>
                  <a:lnTo>
                    <a:pt x="2298" y="1"/>
                  </a:lnTo>
                  <a:close/>
                  <a:moveTo>
                    <a:pt x="1893" y="239"/>
                  </a:moveTo>
                  <a:lnTo>
                    <a:pt x="1620" y="394"/>
                  </a:lnTo>
                  <a:lnTo>
                    <a:pt x="1620" y="632"/>
                  </a:lnTo>
                  <a:lnTo>
                    <a:pt x="1893" y="477"/>
                  </a:lnTo>
                  <a:lnTo>
                    <a:pt x="1893" y="239"/>
                  </a:lnTo>
                  <a:close/>
                  <a:moveTo>
                    <a:pt x="2298" y="346"/>
                  </a:moveTo>
                  <a:lnTo>
                    <a:pt x="2024" y="501"/>
                  </a:lnTo>
                  <a:lnTo>
                    <a:pt x="2024" y="739"/>
                  </a:lnTo>
                  <a:lnTo>
                    <a:pt x="2298" y="584"/>
                  </a:lnTo>
                  <a:lnTo>
                    <a:pt x="2298" y="346"/>
                  </a:lnTo>
                  <a:close/>
                  <a:moveTo>
                    <a:pt x="1489" y="465"/>
                  </a:moveTo>
                  <a:lnTo>
                    <a:pt x="1215" y="620"/>
                  </a:lnTo>
                  <a:lnTo>
                    <a:pt x="1215" y="858"/>
                  </a:lnTo>
                  <a:lnTo>
                    <a:pt x="1489" y="703"/>
                  </a:lnTo>
                  <a:lnTo>
                    <a:pt x="1489" y="465"/>
                  </a:lnTo>
                  <a:close/>
                  <a:moveTo>
                    <a:pt x="1893" y="596"/>
                  </a:moveTo>
                  <a:lnTo>
                    <a:pt x="1620" y="739"/>
                  </a:lnTo>
                  <a:lnTo>
                    <a:pt x="1620" y="977"/>
                  </a:lnTo>
                  <a:lnTo>
                    <a:pt x="1893" y="822"/>
                  </a:lnTo>
                  <a:lnTo>
                    <a:pt x="1893" y="596"/>
                  </a:lnTo>
                  <a:close/>
                  <a:moveTo>
                    <a:pt x="1084" y="691"/>
                  </a:moveTo>
                  <a:lnTo>
                    <a:pt x="810" y="858"/>
                  </a:lnTo>
                  <a:lnTo>
                    <a:pt x="810" y="1096"/>
                  </a:lnTo>
                  <a:lnTo>
                    <a:pt x="1084" y="929"/>
                  </a:lnTo>
                  <a:lnTo>
                    <a:pt x="1084" y="691"/>
                  </a:lnTo>
                  <a:close/>
                  <a:moveTo>
                    <a:pt x="1489" y="822"/>
                  </a:moveTo>
                  <a:lnTo>
                    <a:pt x="1215" y="965"/>
                  </a:lnTo>
                  <a:lnTo>
                    <a:pt x="1215" y="1203"/>
                  </a:lnTo>
                  <a:lnTo>
                    <a:pt x="1489" y="1060"/>
                  </a:lnTo>
                  <a:lnTo>
                    <a:pt x="1489" y="822"/>
                  </a:lnTo>
                  <a:close/>
                  <a:moveTo>
                    <a:pt x="679" y="929"/>
                  </a:moveTo>
                  <a:lnTo>
                    <a:pt x="405" y="1084"/>
                  </a:lnTo>
                  <a:lnTo>
                    <a:pt x="405" y="1322"/>
                  </a:lnTo>
                  <a:lnTo>
                    <a:pt x="679" y="1168"/>
                  </a:lnTo>
                  <a:lnTo>
                    <a:pt x="679" y="929"/>
                  </a:lnTo>
                  <a:close/>
                  <a:moveTo>
                    <a:pt x="1084" y="1049"/>
                  </a:moveTo>
                  <a:lnTo>
                    <a:pt x="810" y="1203"/>
                  </a:lnTo>
                  <a:lnTo>
                    <a:pt x="810" y="1441"/>
                  </a:lnTo>
                  <a:lnTo>
                    <a:pt x="1084" y="1287"/>
                  </a:lnTo>
                  <a:lnTo>
                    <a:pt x="1084" y="1049"/>
                  </a:lnTo>
                  <a:close/>
                  <a:moveTo>
                    <a:pt x="274" y="1156"/>
                  </a:moveTo>
                  <a:lnTo>
                    <a:pt x="0" y="1322"/>
                  </a:lnTo>
                  <a:lnTo>
                    <a:pt x="0" y="1561"/>
                  </a:lnTo>
                  <a:lnTo>
                    <a:pt x="274" y="1394"/>
                  </a:lnTo>
                  <a:lnTo>
                    <a:pt x="274" y="1156"/>
                  </a:lnTo>
                  <a:close/>
                  <a:moveTo>
                    <a:pt x="679" y="1275"/>
                  </a:moveTo>
                  <a:lnTo>
                    <a:pt x="405" y="1430"/>
                  </a:lnTo>
                  <a:lnTo>
                    <a:pt x="405" y="1668"/>
                  </a:lnTo>
                  <a:lnTo>
                    <a:pt x="679" y="1513"/>
                  </a:lnTo>
                  <a:lnTo>
                    <a:pt x="679" y="1275"/>
                  </a:lnTo>
                  <a:close/>
                  <a:moveTo>
                    <a:pt x="274" y="1513"/>
                  </a:moveTo>
                  <a:lnTo>
                    <a:pt x="0" y="1668"/>
                  </a:lnTo>
                  <a:lnTo>
                    <a:pt x="0" y="1906"/>
                  </a:lnTo>
                  <a:lnTo>
                    <a:pt x="274" y="1751"/>
                  </a:lnTo>
                  <a:lnTo>
                    <a:pt x="274" y="151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1" name="Google Shape;1521;p25"/>
            <p:cNvSpPr/>
            <p:nvPr/>
          </p:nvSpPr>
          <p:spPr>
            <a:xfrm>
              <a:off x="2467751" y="2240362"/>
              <a:ext cx="36409" cy="42205"/>
            </a:xfrm>
            <a:custGeom>
              <a:avLst/>
              <a:gdLst/>
              <a:ahLst/>
              <a:cxnLst/>
              <a:rect l="l" t="t" r="r" b="b"/>
              <a:pathLst>
                <a:path w="798" h="925" extrusionOk="0">
                  <a:moveTo>
                    <a:pt x="750" y="1"/>
                  </a:moveTo>
                  <a:cubicBezTo>
                    <a:pt x="739" y="1"/>
                    <a:pt x="727" y="4"/>
                    <a:pt x="715" y="10"/>
                  </a:cubicBezTo>
                  <a:cubicBezTo>
                    <a:pt x="667" y="46"/>
                    <a:pt x="643" y="93"/>
                    <a:pt x="643" y="141"/>
                  </a:cubicBezTo>
                  <a:cubicBezTo>
                    <a:pt x="643" y="176"/>
                    <a:pt x="662" y="198"/>
                    <a:pt x="686" y="198"/>
                  </a:cubicBezTo>
                  <a:cubicBezTo>
                    <a:pt x="695" y="198"/>
                    <a:pt x="705" y="195"/>
                    <a:pt x="715" y="189"/>
                  </a:cubicBezTo>
                  <a:cubicBezTo>
                    <a:pt x="762" y="165"/>
                    <a:pt x="786" y="117"/>
                    <a:pt x="798" y="58"/>
                  </a:cubicBezTo>
                  <a:cubicBezTo>
                    <a:pt x="798" y="23"/>
                    <a:pt x="779" y="1"/>
                    <a:pt x="750" y="1"/>
                  </a:cubicBezTo>
                  <a:close/>
                  <a:moveTo>
                    <a:pt x="433" y="191"/>
                  </a:moveTo>
                  <a:cubicBezTo>
                    <a:pt x="424" y="191"/>
                    <a:pt x="415" y="194"/>
                    <a:pt x="405" y="201"/>
                  </a:cubicBezTo>
                  <a:cubicBezTo>
                    <a:pt x="357" y="224"/>
                    <a:pt x="334" y="272"/>
                    <a:pt x="322" y="332"/>
                  </a:cubicBezTo>
                  <a:cubicBezTo>
                    <a:pt x="322" y="363"/>
                    <a:pt x="337" y="379"/>
                    <a:pt x="362" y="379"/>
                  </a:cubicBezTo>
                  <a:cubicBezTo>
                    <a:pt x="375" y="379"/>
                    <a:pt x="389" y="375"/>
                    <a:pt x="405" y="367"/>
                  </a:cubicBezTo>
                  <a:cubicBezTo>
                    <a:pt x="441" y="344"/>
                    <a:pt x="476" y="296"/>
                    <a:pt x="476" y="248"/>
                  </a:cubicBezTo>
                  <a:cubicBezTo>
                    <a:pt x="476" y="213"/>
                    <a:pt x="457" y="191"/>
                    <a:pt x="433" y="191"/>
                  </a:cubicBezTo>
                  <a:close/>
                  <a:moveTo>
                    <a:pt x="750" y="358"/>
                  </a:moveTo>
                  <a:cubicBezTo>
                    <a:pt x="739" y="358"/>
                    <a:pt x="727" y="361"/>
                    <a:pt x="715" y="367"/>
                  </a:cubicBezTo>
                  <a:cubicBezTo>
                    <a:pt x="667" y="391"/>
                    <a:pt x="643" y="439"/>
                    <a:pt x="643" y="498"/>
                  </a:cubicBezTo>
                  <a:cubicBezTo>
                    <a:pt x="643" y="533"/>
                    <a:pt x="662" y="555"/>
                    <a:pt x="686" y="555"/>
                  </a:cubicBezTo>
                  <a:cubicBezTo>
                    <a:pt x="695" y="555"/>
                    <a:pt x="705" y="552"/>
                    <a:pt x="715" y="546"/>
                  </a:cubicBezTo>
                  <a:cubicBezTo>
                    <a:pt x="762" y="510"/>
                    <a:pt x="786" y="463"/>
                    <a:pt x="798" y="415"/>
                  </a:cubicBezTo>
                  <a:cubicBezTo>
                    <a:pt x="798" y="380"/>
                    <a:pt x="779" y="358"/>
                    <a:pt x="750" y="358"/>
                  </a:cubicBezTo>
                  <a:close/>
                  <a:moveTo>
                    <a:pt x="105" y="382"/>
                  </a:moveTo>
                  <a:cubicBezTo>
                    <a:pt x="95" y="382"/>
                    <a:pt x="84" y="385"/>
                    <a:pt x="72" y="391"/>
                  </a:cubicBezTo>
                  <a:cubicBezTo>
                    <a:pt x="24" y="415"/>
                    <a:pt x="0" y="463"/>
                    <a:pt x="0" y="522"/>
                  </a:cubicBezTo>
                  <a:cubicBezTo>
                    <a:pt x="0" y="548"/>
                    <a:pt x="19" y="567"/>
                    <a:pt x="42" y="567"/>
                  </a:cubicBezTo>
                  <a:cubicBezTo>
                    <a:pt x="52" y="567"/>
                    <a:pt x="62" y="564"/>
                    <a:pt x="72" y="558"/>
                  </a:cubicBezTo>
                  <a:cubicBezTo>
                    <a:pt x="119" y="534"/>
                    <a:pt x="143" y="486"/>
                    <a:pt x="143" y="439"/>
                  </a:cubicBezTo>
                  <a:cubicBezTo>
                    <a:pt x="143" y="404"/>
                    <a:pt x="130" y="382"/>
                    <a:pt x="105" y="382"/>
                  </a:cubicBezTo>
                  <a:close/>
                  <a:moveTo>
                    <a:pt x="430" y="542"/>
                  </a:moveTo>
                  <a:cubicBezTo>
                    <a:pt x="422" y="542"/>
                    <a:pt x="413" y="543"/>
                    <a:pt x="405" y="546"/>
                  </a:cubicBezTo>
                  <a:cubicBezTo>
                    <a:pt x="357" y="582"/>
                    <a:pt x="334" y="629"/>
                    <a:pt x="322" y="677"/>
                  </a:cubicBezTo>
                  <a:cubicBezTo>
                    <a:pt x="322" y="712"/>
                    <a:pt x="341" y="734"/>
                    <a:pt x="370" y="734"/>
                  </a:cubicBezTo>
                  <a:cubicBezTo>
                    <a:pt x="380" y="734"/>
                    <a:pt x="392" y="731"/>
                    <a:pt x="405" y="725"/>
                  </a:cubicBezTo>
                  <a:cubicBezTo>
                    <a:pt x="441" y="701"/>
                    <a:pt x="476" y="653"/>
                    <a:pt x="476" y="594"/>
                  </a:cubicBezTo>
                  <a:cubicBezTo>
                    <a:pt x="476" y="557"/>
                    <a:pt x="456" y="542"/>
                    <a:pt x="430" y="542"/>
                  </a:cubicBezTo>
                  <a:close/>
                  <a:moveTo>
                    <a:pt x="101" y="732"/>
                  </a:moveTo>
                  <a:cubicBezTo>
                    <a:pt x="93" y="732"/>
                    <a:pt x="83" y="734"/>
                    <a:pt x="72" y="736"/>
                  </a:cubicBezTo>
                  <a:cubicBezTo>
                    <a:pt x="24" y="772"/>
                    <a:pt x="0" y="820"/>
                    <a:pt x="0" y="867"/>
                  </a:cubicBezTo>
                  <a:cubicBezTo>
                    <a:pt x="0" y="902"/>
                    <a:pt x="19" y="924"/>
                    <a:pt x="44" y="924"/>
                  </a:cubicBezTo>
                  <a:cubicBezTo>
                    <a:pt x="52" y="924"/>
                    <a:pt x="62" y="921"/>
                    <a:pt x="72" y="915"/>
                  </a:cubicBezTo>
                  <a:cubicBezTo>
                    <a:pt x="119" y="891"/>
                    <a:pt x="143" y="844"/>
                    <a:pt x="143" y="784"/>
                  </a:cubicBezTo>
                  <a:cubicBezTo>
                    <a:pt x="143" y="748"/>
                    <a:pt x="129" y="732"/>
                    <a:pt x="101" y="73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2" name="Google Shape;1522;p25"/>
            <p:cNvSpPr/>
            <p:nvPr/>
          </p:nvSpPr>
          <p:spPr>
            <a:xfrm>
              <a:off x="2168390" y="2076743"/>
              <a:ext cx="512871" cy="318389"/>
            </a:xfrm>
            <a:custGeom>
              <a:avLst/>
              <a:gdLst/>
              <a:ahLst/>
              <a:cxnLst/>
              <a:rect l="l" t="t" r="r" b="b"/>
              <a:pathLst>
                <a:path w="11241" h="6978" extrusionOk="0">
                  <a:moveTo>
                    <a:pt x="11240" y="489"/>
                  </a:moveTo>
                  <a:lnTo>
                    <a:pt x="10371" y="0"/>
                  </a:lnTo>
                  <a:lnTo>
                    <a:pt x="1" y="5989"/>
                  </a:lnTo>
                  <a:lnTo>
                    <a:pt x="1" y="6977"/>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3" name="Google Shape;1523;p25"/>
            <p:cNvSpPr/>
            <p:nvPr/>
          </p:nvSpPr>
          <p:spPr>
            <a:xfrm>
              <a:off x="2168390" y="1962675"/>
              <a:ext cx="512871" cy="386830"/>
            </a:xfrm>
            <a:custGeom>
              <a:avLst/>
              <a:gdLst/>
              <a:ahLst/>
              <a:cxnLst/>
              <a:rect l="l" t="t" r="r" b="b"/>
              <a:pathLst>
                <a:path w="11241" h="8478" extrusionOk="0">
                  <a:moveTo>
                    <a:pt x="1" y="6489"/>
                  </a:moveTo>
                  <a:lnTo>
                    <a:pt x="1" y="8477"/>
                  </a:lnTo>
                  <a:lnTo>
                    <a:pt x="11240" y="1988"/>
                  </a:lnTo>
                  <a:lnTo>
                    <a:pt x="11240"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4" name="Google Shape;1524;p25"/>
            <p:cNvSpPr/>
            <p:nvPr/>
          </p:nvSpPr>
          <p:spPr>
            <a:xfrm>
              <a:off x="2200466" y="2137062"/>
              <a:ext cx="221646" cy="168959"/>
            </a:xfrm>
            <a:custGeom>
              <a:avLst/>
              <a:gdLst/>
              <a:ahLst/>
              <a:cxnLst/>
              <a:rect l="l" t="t" r="r" b="b"/>
              <a:pathLst>
                <a:path w="4858" h="3703" extrusionOk="0">
                  <a:moveTo>
                    <a:pt x="0" y="2798"/>
                  </a:moveTo>
                  <a:lnTo>
                    <a:pt x="0" y="3703"/>
                  </a:lnTo>
                  <a:lnTo>
                    <a:pt x="4858" y="905"/>
                  </a:lnTo>
                  <a:lnTo>
                    <a:pt x="4858" y="0"/>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5" name="Google Shape;1525;p25"/>
            <p:cNvSpPr/>
            <p:nvPr/>
          </p:nvSpPr>
          <p:spPr>
            <a:xfrm>
              <a:off x="2453059" y="2074553"/>
              <a:ext cx="65791" cy="95133"/>
            </a:xfrm>
            <a:custGeom>
              <a:avLst/>
              <a:gdLst/>
              <a:ahLst/>
              <a:cxnLst/>
              <a:rect l="l" t="t" r="r" b="b"/>
              <a:pathLst>
                <a:path w="1442" h="2085" extrusionOk="0">
                  <a:moveTo>
                    <a:pt x="1441" y="1"/>
                  </a:moveTo>
                  <a:lnTo>
                    <a:pt x="1" y="822"/>
                  </a:lnTo>
                  <a:lnTo>
                    <a:pt x="1" y="2084"/>
                  </a:lnTo>
                  <a:lnTo>
                    <a:pt x="1441" y="1251"/>
                  </a:lnTo>
                  <a:lnTo>
                    <a:pt x="14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6" name="Google Shape;1526;p25"/>
            <p:cNvSpPr/>
            <p:nvPr/>
          </p:nvSpPr>
          <p:spPr>
            <a:xfrm>
              <a:off x="2539979" y="1996348"/>
              <a:ext cx="128799" cy="118997"/>
            </a:xfrm>
            <a:custGeom>
              <a:avLst/>
              <a:gdLst/>
              <a:ahLst/>
              <a:cxnLst/>
              <a:rect l="l" t="t" r="r" b="b"/>
              <a:pathLst>
                <a:path w="2823" h="2608" extrusionOk="0">
                  <a:moveTo>
                    <a:pt x="1" y="1620"/>
                  </a:moveTo>
                  <a:lnTo>
                    <a:pt x="1" y="2608"/>
                  </a:lnTo>
                  <a:lnTo>
                    <a:pt x="2822" y="977"/>
                  </a:lnTo>
                  <a:lnTo>
                    <a:pt x="2822"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7" name="Google Shape;1527;p25"/>
            <p:cNvSpPr/>
            <p:nvPr/>
          </p:nvSpPr>
          <p:spPr>
            <a:xfrm>
              <a:off x="2553575" y="2013732"/>
              <a:ext cx="104892" cy="86966"/>
            </a:xfrm>
            <a:custGeom>
              <a:avLst/>
              <a:gdLst/>
              <a:ahLst/>
              <a:cxnLst/>
              <a:rect l="l" t="t" r="r" b="b"/>
              <a:pathLst>
                <a:path w="2299" h="1906" extrusionOk="0">
                  <a:moveTo>
                    <a:pt x="2298" y="0"/>
                  </a:moveTo>
                  <a:lnTo>
                    <a:pt x="2024" y="155"/>
                  </a:lnTo>
                  <a:lnTo>
                    <a:pt x="2024" y="393"/>
                  </a:lnTo>
                  <a:lnTo>
                    <a:pt x="2298" y="238"/>
                  </a:lnTo>
                  <a:lnTo>
                    <a:pt x="2298" y="0"/>
                  </a:lnTo>
                  <a:close/>
                  <a:moveTo>
                    <a:pt x="1893" y="238"/>
                  </a:moveTo>
                  <a:lnTo>
                    <a:pt x="1620" y="381"/>
                  </a:lnTo>
                  <a:lnTo>
                    <a:pt x="1620" y="619"/>
                  </a:lnTo>
                  <a:lnTo>
                    <a:pt x="1893" y="477"/>
                  </a:lnTo>
                  <a:lnTo>
                    <a:pt x="1893" y="238"/>
                  </a:lnTo>
                  <a:close/>
                  <a:moveTo>
                    <a:pt x="2298" y="346"/>
                  </a:moveTo>
                  <a:lnTo>
                    <a:pt x="2024" y="500"/>
                  </a:lnTo>
                  <a:lnTo>
                    <a:pt x="2024" y="739"/>
                  </a:lnTo>
                  <a:lnTo>
                    <a:pt x="2298" y="584"/>
                  </a:lnTo>
                  <a:lnTo>
                    <a:pt x="2298" y="346"/>
                  </a:lnTo>
                  <a:close/>
                  <a:moveTo>
                    <a:pt x="1489" y="453"/>
                  </a:moveTo>
                  <a:lnTo>
                    <a:pt x="1215" y="619"/>
                  </a:lnTo>
                  <a:lnTo>
                    <a:pt x="1215" y="858"/>
                  </a:lnTo>
                  <a:lnTo>
                    <a:pt x="1489" y="703"/>
                  </a:lnTo>
                  <a:lnTo>
                    <a:pt x="1489" y="453"/>
                  </a:lnTo>
                  <a:close/>
                  <a:moveTo>
                    <a:pt x="1893" y="596"/>
                  </a:moveTo>
                  <a:lnTo>
                    <a:pt x="1620" y="739"/>
                  </a:lnTo>
                  <a:lnTo>
                    <a:pt x="1620" y="977"/>
                  </a:lnTo>
                  <a:lnTo>
                    <a:pt x="1893" y="834"/>
                  </a:lnTo>
                  <a:lnTo>
                    <a:pt x="1893" y="596"/>
                  </a:lnTo>
                  <a:close/>
                  <a:moveTo>
                    <a:pt x="1084" y="691"/>
                  </a:moveTo>
                  <a:lnTo>
                    <a:pt x="810" y="846"/>
                  </a:lnTo>
                  <a:lnTo>
                    <a:pt x="810" y="1084"/>
                  </a:lnTo>
                  <a:lnTo>
                    <a:pt x="1084" y="929"/>
                  </a:lnTo>
                  <a:lnTo>
                    <a:pt x="1084" y="691"/>
                  </a:lnTo>
                  <a:close/>
                  <a:moveTo>
                    <a:pt x="1489" y="798"/>
                  </a:moveTo>
                  <a:lnTo>
                    <a:pt x="1215" y="977"/>
                  </a:lnTo>
                  <a:lnTo>
                    <a:pt x="1215" y="1203"/>
                  </a:lnTo>
                  <a:lnTo>
                    <a:pt x="1489" y="1036"/>
                  </a:lnTo>
                  <a:lnTo>
                    <a:pt x="1489" y="798"/>
                  </a:lnTo>
                  <a:close/>
                  <a:moveTo>
                    <a:pt x="679" y="917"/>
                  </a:moveTo>
                  <a:lnTo>
                    <a:pt x="405" y="1084"/>
                  </a:lnTo>
                  <a:lnTo>
                    <a:pt x="405" y="1322"/>
                  </a:lnTo>
                  <a:lnTo>
                    <a:pt x="679" y="1155"/>
                  </a:lnTo>
                  <a:lnTo>
                    <a:pt x="679" y="917"/>
                  </a:lnTo>
                  <a:close/>
                  <a:moveTo>
                    <a:pt x="1084" y="1048"/>
                  </a:moveTo>
                  <a:lnTo>
                    <a:pt x="810" y="1203"/>
                  </a:lnTo>
                  <a:lnTo>
                    <a:pt x="810" y="1441"/>
                  </a:lnTo>
                  <a:lnTo>
                    <a:pt x="1084" y="1286"/>
                  </a:lnTo>
                  <a:lnTo>
                    <a:pt x="1084" y="1048"/>
                  </a:lnTo>
                  <a:close/>
                  <a:moveTo>
                    <a:pt x="274" y="1155"/>
                  </a:moveTo>
                  <a:lnTo>
                    <a:pt x="0" y="1310"/>
                  </a:lnTo>
                  <a:lnTo>
                    <a:pt x="0" y="1548"/>
                  </a:lnTo>
                  <a:lnTo>
                    <a:pt x="274" y="1393"/>
                  </a:lnTo>
                  <a:lnTo>
                    <a:pt x="274" y="1155"/>
                  </a:lnTo>
                  <a:close/>
                  <a:moveTo>
                    <a:pt x="679" y="1274"/>
                  </a:moveTo>
                  <a:lnTo>
                    <a:pt x="405" y="1441"/>
                  </a:lnTo>
                  <a:lnTo>
                    <a:pt x="405" y="1679"/>
                  </a:lnTo>
                  <a:lnTo>
                    <a:pt x="679" y="1512"/>
                  </a:lnTo>
                  <a:lnTo>
                    <a:pt x="679" y="1274"/>
                  </a:lnTo>
                  <a:close/>
                  <a:moveTo>
                    <a:pt x="274" y="1512"/>
                  </a:moveTo>
                  <a:lnTo>
                    <a:pt x="0" y="1667"/>
                  </a:lnTo>
                  <a:lnTo>
                    <a:pt x="0" y="1905"/>
                  </a:lnTo>
                  <a:lnTo>
                    <a:pt x="274" y="1751"/>
                  </a:lnTo>
                  <a:lnTo>
                    <a:pt x="274" y="151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8" name="Google Shape;1528;p25"/>
            <p:cNvSpPr/>
            <p:nvPr/>
          </p:nvSpPr>
          <p:spPr>
            <a:xfrm>
              <a:off x="2467751" y="2104028"/>
              <a:ext cx="36409" cy="42160"/>
            </a:xfrm>
            <a:custGeom>
              <a:avLst/>
              <a:gdLst/>
              <a:ahLst/>
              <a:cxnLst/>
              <a:rect l="l" t="t" r="r" b="b"/>
              <a:pathLst>
                <a:path w="798" h="924" extrusionOk="0">
                  <a:moveTo>
                    <a:pt x="750" y="0"/>
                  </a:moveTo>
                  <a:cubicBezTo>
                    <a:pt x="739" y="0"/>
                    <a:pt x="727" y="3"/>
                    <a:pt x="715" y="10"/>
                  </a:cubicBezTo>
                  <a:cubicBezTo>
                    <a:pt x="667" y="33"/>
                    <a:pt x="643" y="81"/>
                    <a:pt x="643" y="141"/>
                  </a:cubicBezTo>
                  <a:cubicBezTo>
                    <a:pt x="643" y="177"/>
                    <a:pt x="664" y="193"/>
                    <a:pt x="690" y="193"/>
                  </a:cubicBezTo>
                  <a:cubicBezTo>
                    <a:pt x="698" y="193"/>
                    <a:pt x="706" y="191"/>
                    <a:pt x="715" y="188"/>
                  </a:cubicBezTo>
                  <a:cubicBezTo>
                    <a:pt x="762" y="153"/>
                    <a:pt x="786" y="105"/>
                    <a:pt x="798" y="57"/>
                  </a:cubicBezTo>
                  <a:cubicBezTo>
                    <a:pt x="798" y="22"/>
                    <a:pt x="779" y="0"/>
                    <a:pt x="750" y="0"/>
                  </a:cubicBezTo>
                  <a:close/>
                  <a:moveTo>
                    <a:pt x="433" y="179"/>
                  </a:moveTo>
                  <a:cubicBezTo>
                    <a:pt x="424" y="179"/>
                    <a:pt x="415" y="182"/>
                    <a:pt x="405" y="188"/>
                  </a:cubicBezTo>
                  <a:cubicBezTo>
                    <a:pt x="357" y="224"/>
                    <a:pt x="334" y="272"/>
                    <a:pt x="322" y="319"/>
                  </a:cubicBezTo>
                  <a:cubicBezTo>
                    <a:pt x="322" y="354"/>
                    <a:pt x="341" y="376"/>
                    <a:pt x="370" y="376"/>
                  </a:cubicBezTo>
                  <a:cubicBezTo>
                    <a:pt x="380" y="376"/>
                    <a:pt x="392" y="373"/>
                    <a:pt x="405" y="367"/>
                  </a:cubicBezTo>
                  <a:cubicBezTo>
                    <a:pt x="441" y="331"/>
                    <a:pt x="476" y="284"/>
                    <a:pt x="476" y="236"/>
                  </a:cubicBezTo>
                  <a:cubicBezTo>
                    <a:pt x="476" y="201"/>
                    <a:pt x="457" y="179"/>
                    <a:pt x="433" y="179"/>
                  </a:cubicBezTo>
                  <a:close/>
                  <a:moveTo>
                    <a:pt x="757" y="355"/>
                  </a:moveTo>
                  <a:cubicBezTo>
                    <a:pt x="745" y="355"/>
                    <a:pt x="730" y="359"/>
                    <a:pt x="715" y="367"/>
                  </a:cubicBezTo>
                  <a:cubicBezTo>
                    <a:pt x="667" y="391"/>
                    <a:pt x="643" y="438"/>
                    <a:pt x="643" y="486"/>
                  </a:cubicBezTo>
                  <a:cubicBezTo>
                    <a:pt x="643" y="527"/>
                    <a:pt x="660" y="545"/>
                    <a:pt x="682" y="545"/>
                  </a:cubicBezTo>
                  <a:cubicBezTo>
                    <a:pt x="692" y="545"/>
                    <a:pt x="703" y="541"/>
                    <a:pt x="715" y="534"/>
                  </a:cubicBezTo>
                  <a:cubicBezTo>
                    <a:pt x="762" y="510"/>
                    <a:pt x="786" y="462"/>
                    <a:pt x="798" y="403"/>
                  </a:cubicBezTo>
                  <a:cubicBezTo>
                    <a:pt x="798" y="371"/>
                    <a:pt x="782" y="355"/>
                    <a:pt x="757" y="355"/>
                  </a:cubicBezTo>
                  <a:close/>
                  <a:moveTo>
                    <a:pt x="105" y="369"/>
                  </a:moveTo>
                  <a:cubicBezTo>
                    <a:pt x="95" y="369"/>
                    <a:pt x="84" y="372"/>
                    <a:pt x="72" y="379"/>
                  </a:cubicBezTo>
                  <a:cubicBezTo>
                    <a:pt x="24" y="414"/>
                    <a:pt x="0" y="462"/>
                    <a:pt x="0" y="510"/>
                  </a:cubicBezTo>
                  <a:cubicBezTo>
                    <a:pt x="0" y="545"/>
                    <a:pt x="19" y="567"/>
                    <a:pt x="44" y="567"/>
                  </a:cubicBezTo>
                  <a:cubicBezTo>
                    <a:pt x="52" y="567"/>
                    <a:pt x="62" y="564"/>
                    <a:pt x="72" y="557"/>
                  </a:cubicBezTo>
                  <a:cubicBezTo>
                    <a:pt x="119" y="534"/>
                    <a:pt x="143" y="474"/>
                    <a:pt x="143" y="426"/>
                  </a:cubicBezTo>
                  <a:cubicBezTo>
                    <a:pt x="143" y="392"/>
                    <a:pt x="130" y="369"/>
                    <a:pt x="105" y="369"/>
                  </a:cubicBezTo>
                  <a:close/>
                  <a:moveTo>
                    <a:pt x="433" y="536"/>
                  </a:moveTo>
                  <a:cubicBezTo>
                    <a:pt x="424" y="536"/>
                    <a:pt x="415" y="539"/>
                    <a:pt x="405" y="545"/>
                  </a:cubicBezTo>
                  <a:cubicBezTo>
                    <a:pt x="357" y="569"/>
                    <a:pt x="334" y="617"/>
                    <a:pt x="322" y="676"/>
                  </a:cubicBezTo>
                  <a:cubicBezTo>
                    <a:pt x="322" y="711"/>
                    <a:pt x="341" y="733"/>
                    <a:pt x="370" y="733"/>
                  </a:cubicBezTo>
                  <a:cubicBezTo>
                    <a:pt x="380" y="733"/>
                    <a:pt x="392" y="730"/>
                    <a:pt x="405" y="724"/>
                  </a:cubicBezTo>
                  <a:cubicBezTo>
                    <a:pt x="441" y="688"/>
                    <a:pt x="476" y="641"/>
                    <a:pt x="476" y="593"/>
                  </a:cubicBezTo>
                  <a:cubicBezTo>
                    <a:pt x="476" y="558"/>
                    <a:pt x="457" y="536"/>
                    <a:pt x="433" y="536"/>
                  </a:cubicBezTo>
                  <a:close/>
                  <a:moveTo>
                    <a:pt x="105" y="727"/>
                  </a:moveTo>
                  <a:cubicBezTo>
                    <a:pt x="95" y="727"/>
                    <a:pt x="84" y="730"/>
                    <a:pt x="72" y="736"/>
                  </a:cubicBezTo>
                  <a:cubicBezTo>
                    <a:pt x="24" y="760"/>
                    <a:pt x="0" y="807"/>
                    <a:pt x="0" y="867"/>
                  </a:cubicBezTo>
                  <a:cubicBezTo>
                    <a:pt x="0" y="902"/>
                    <a:pt x="19" y="924"/>
                    <a:pt x="44" y="924"/>
                  </a:cubicBezTo>
                  <a:cubicBezTo>
                    <a:pt x="52" y="924"/>
                    <a:pt x="62" y="921"/>
                    <a:pt x="72" y="915"/>
                  </a:cubicBezTo>
                  <a:cubicBezTo>
                    <a:pt x="119" y="879"/>
                    <a:pt x="143" y="831"/>
                    <a:pt x="143" y="784"/>
                  </a:cubicBezTo>
                  <a:cubicBezTo>
                    <a:pt x="143" y="749"/>
                    <a:pt x="130" y="727"/>
                    <a:pt x="105" y="72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9" name="Google Shape;1529;p25"/>
            <p:cNvSpPr/>
            <p:nvPr/>
          </p:nvSpPr>
          <p:spPr>
            <a:xfrm>
              <a:off x="2168390" y="1939862"/>
              <a:ext cx="512871" cy="318936"/>
            </a:xfrm>
            <a:custGeom>
              <a:avLst/>
              <a:gdLst/>
              <a:ahLst/>
              <a:cxnLst/>
              <a:rect l="l" t="t" r="r" b="b"/>
              <a:pathLst>
                <a:path w="11241" h="6990" extrusionOk="0">
                  <a:moveTo>
                    <a:pt x="11240" y="500"/>
                  </a:moveTo>
                  <a:lnTo>
                    <a:pt x="10371" y="0"/>
                  </a:lnTo>
                  <a:lnTo>
                    <a:pt x="1" y="5989"/>
                  </a:lnTo>
                  <a:lnTo>
                    <a:pt x="1" y="6989"/>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0" name="Google Shape;1530;p25"/>
            <p:cNvSpPr/>
            <p:nvPr/>
          </p:nvSpPr>
          <p:spPr>
            <a:xfrm>
              <a:off x="2168390" y="3192007"/>
              <a:ext cx="512871" cy="387423"/>
            </a:xfrm>
            <a:custGeom>
              <a:avLst/>
              <a:gdLst/>
              <a:ahLst/>
              <a:cxnLst/>
              <a:rect l="l" t="t" r="r" b="b"/>
              <a:pathLst>
                <a:path w="11241" h="8491" extrusionOk="0">
                  <a:moveTo>
                    <a:pt x="1" y="6490"/>
                  </a:moveTo>
                  <a:lnTo>
                    <a:pt x="1" y="8490"/>
                  </a:lnTo>
                  <a:lnTo>
                    <a:pt x="11240" y="2001"/>
                  </a:lnTo>
                  <a:lnTo>
                    <a:pt x="11240"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1" name="Google Shape;1531;p25"/>
            <p:cNvSpPr/>
            <p:nvPr/>
          </p:nvSpPr>
          <p:spPr>
            <a:xfrm>
              <a:off x="2200466" y="3366394"/>
              <a:ext cx="221646" cy="169004"/>
            </a:xfrm>
            <a:custGeom>
              <a:avLst/>
              <a:gdLst/>
              <a:ahLst/>
              <a:cxnLst/>
              <a:rect l="l" t="t" r="r" b="b"/>
              <a:pathLst>
                <a:path w="4858" h="3704" extrusionOk="0">
                  <a:moveTo>
                    <a:pt x="0" y="2799"/>
                  </a:moveTo>
                  <a:lnTo>
                    <a:pt x="0" y="3704"/>
                  </a:lnTo>
                  <a:lnTo>
                    <a:pt x="4858" y="906"/>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2" name="Google Shape;1532;p25"/>
            <p:cNvSpPr/>
            <p:nvPr/>
          </p:nvSpPr>
          <p:spPr>
            <a:xfrm>
              <a:off x="2453059" y="3303930"/>
              <a:ext cx="65791" cy="95681"/>
            </a:xfrm>
            <a:custGeom>
              <a:avLst/>
              <a:gdLst/>
              <a:ahLst/>
              <a:cxnLst/>
              <a:rect l="l" t="t" r="r" b="b"/>
              <a:pathLst>
                <a:path w="1442" h="2097" extrusionOk="0">
                  <a:moveTo>
                    <a:pt x="1441" y="1"/>
                  </a:moveTo>
                  <a:lnTo>
                    <a:pt x="1" y="834"/>
                  </a:lnTo>
                  <a:lnTo>
                    <a:pt x="1" y="2096"/>
                  </a:lnTo>
                  <a:lnTo>
                    <a:pt x="1441" y="1263"/>
                  </a:lnTo>
                  <a:lnTo>
                    <a:pt x="14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3" name="Google Shape;1533;p25"/>
            <p:cNvSpPr/>
            <p:nvPr/>
          </p:nvSpPr>
          <p:spPr>
            <a:xfrm>
              <a:off x="2539979" y="3225725"/>
              <a:ext cx="128799" cy="118997"/>
            </a:xfrm>
            <a:custGeom>
              <a:avLst/>
              <a:gdLst/>
              <a:ahLst/>
              <a:cxnLst/>
              <a:rect l="l" t="t" r="r" b="b"/>
              <a:pathLst>
                <a:path w="2823" h="2608" extrusionOk="0">
                  <a:moveTo>
                    <a:pt x="1" y="1631"/>
                  </a:moveTo>
                  <a:lnTo>
                    <a:pt x="1" y="2608"/>
                  </a:lnTo>
                  <a:lnTo>
                    <a:pt x="2822" y="988"/>
                  </a:lnTo>
                  <a:lnTo>
                    <a:pt x="2822"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4" name="Google Shape;1534;p25"/>
            <p:cNvSpPr/>
            <p:nvPr/>
          </p:nvSpPr>
          <p:spPr>
            <a:xfrm>
              <a:off x="2553575" y="3243109"/>
              <a:ext cx="104892" cy="86966"/>
            </a:xfrm>
            <a:custGeom>
              <a:avLst/>
              <a:gdLst/>
              <a:ahLst/>
              <a:cxnLst/>
              <a:rect l="l" t="t" r="r" b="b"/>
              <a:pathLst>
                <a:path w="2299" h="1906" extrusionOk="0">
                  <a:moveTo>
                    <a:pt x="2298" y="0"/>
                  </a:moveTo>
                  <a:lnTo>
                    <a:pt x="2024" y="155"/>
                  </a:lnTo>
                  <a:lnTo>
                    <a:pt x="2024" y="393"/>
                  </a:lnTo>
                  <a:lnTo>
                    <a:pt x="2298" y="226"/>
                  </a:lnTo>
                  <a:lnTo>
                    <a:pt x="2298" y="0"/>
                  </a:lnTo>
                  <a:close/>
                  <a:moveTo>
                    <a:pt x="1893" y="238"/>
                  </a:moveTo>
                  <a:lnTo>
                    <a:pt x="1620" y="393"/>
                  </a:lnTo>
                  <a:lnTo>
                    <a:pt x="1620" y="631"/>
                  </a:lnTo>
                  <a:lnTo>
                    <a:pt x="1893" y="476"/>
                  </a:lnTo>
                  <a:lnTo>
                    <a:pt x="1893" y="238"/>
                  </a:lnTo>
                  <a:close/>
                  <a:moveTo>
                    <a:pt x="2298" y="345"/>
                  </a:moveTo>
                  <a:lnTo>
                    <a:pt x="2024" y="500"/>
                  </a:lnTo>
                  <a:lnTo>
                    <a:pt x="2024" y="750"/>
                  </a:lnTo>
                  <a:lnTo>
                    <a:pt x="2298" y="584"/>
                  </a:lnTo>
                  <a:lnTo>
                    <a:pt x="2298" y="345"/>
                  </a:lnTo>
                  <a:close/>
                  <a:moveTo>
                    <a:pt x="1489" y="464"/>
                  </a:moveTo>
                  <a:lnTo>
                    <a:pt x="1215" y="619"/>
                  </a:lnTo>
                  <a:lnTo>
                    <a:pt x="1215" y="857"/>
                  </a:lnTo>
                  <a:lnTo>
                    <a:pt x="1489" y="703"/>
                  </a:lnTo>
                  <a:lnTo>
                    <a:pt x="1489" y="464"/>
                  </a:lnTo>
                  <a:close/>
                  <a:moveTo>
                    <a:pt x="1893" y="572"/>
                  </a:moveTo>
                  <a:lnTo>
                    <a:pt x="1620" y="738"/>
                  </a:lnTo>
                  <a:lnTo>
                    <a:pt x="1620" y="976"/>
                  </a:lnTo>
                  <a:lnTo>
                    <a:pt x="1893" y="810"/>
                  </a:lnTo>
                  <a:lnTo>
                    <a:pt x="1893" y="572"/>
                  </a:lnTo>
                  <a:close/>
                  <a:moveTo>
                    <a:pt x="1084" y="703"/>
                  </a:moveTo>
                  <a:lnTo>
                    <a:pt x="810" y="857"/>
                  </a:lnTo>
                  <a:lnTo>
                    <a:pt x="810" y="1095"/>
                  </a:lnTo>
                  <a:lnTo>
                    <a:pt x="1084" y="941"/>
                  </a:lnTo>
                  <a:lnTo>
                    <a:pt x="1084" y="703"/>
                  </a:lnTo>
                  <a:close/>
                  <a:moveTo>
                    <a:pt x="1489" y="810"/>
                  </a:moveTo>
                  <a:lnTo>
                    <a:pt x="1215" y="965"/>
                  </a:lnTo>
                  <a:lnTo>
                    <a:pt x="1215" y="1203"/>
                  </a:lnTo>
                  <a:lnTo>
                    <a:pt x="1489" y="1048"/>
                  </a:lnTo>
                  <a:lnTo>
                    <a:pt x="1489" y="810"/>
                  </a:lnTo>
                  <a:close/>
                  <a:moveTo>
                    <a:pt x="679" y="929"/>
                  </a:moveTo>
                  <a:lnTo>
                    <a:pt x="405" y="1084"/>
                  </a:lnTo>
                  <a:lnTo>
                    <a:pt x="405" y="1322"/>
                  </a:lnTo>
                  <a:lnTo>
                    <a:pt x="679" y="1167"/>
                  </a:lnTo>
                  <a:lnTo>
                    <a:pt x="679" y="929"/>
                  </a:lnTo>
                  <a:close/>
                  <a:moveTo>
                    <a:pt x="1084" y="1048"/>
                  </a:moveTo>
                  <a:lnTo>
                    <a:pt x="810" y="1203"/>
                  </a:lnTo>
                  <a:lnTo>
                    <a:pt x="810" y="1441"/>
                  </a:lnTo>
                  <a:lnTo>
                    <a:pt x="1084" y="1274"/>
                  </a:lnTo>
                  <a:lnTo>
                    <a:pt x="1084" y="1048"/>
                  </a:lnTo>
                  <a:close/>
                  <a:moveTo>
                    <a:pt x="274" y="1167"/>
                  </a:moveTo>
                  <a:lnTo>
                    <a:pt x="0" y="1322"/>
                  </a:lnTo>
                  <a:lnTo>
                    <a:pt x="0" y="1560"/>
                  </a:lnTo>
                  <a:lnTo>
                    <a:pt x="274" y="1405"/>
                  </a:lnTo>
                  <a:lnTo>
                    <a:pt x="274" y="1167"/>
                  </a:lnTo>
                  <a:close/>
                  <a:moveTo>
                    <a:pt x="679" y="1274"/>
                  </a:moveTo>
                  <a:lnTo>
                    <a:pt x="405" y="1429"/>
                  </a:lnTo>
                  <a:lnTo>
                    <a:pt x="405" y="1667"/>
                  </a:lnTo>
                  <a:lnTo>
                    <a:pt x="679" y="1512"/>
                  </a:lnTo>
                  <a:lnTo>
                    <a:pt x="679" y="1274"/>
                  </a:lnTo>
                  <a:close/>
                  <a:moveTo>
                    <a:pt x="274" y="1500"/>
                  </a:moveTo>
                  <a:lnTo>
                    <a:pt x="0" y="1667"/>
                  </a:lnTo>
                  <a:lnTo>
                    <a:pt x="0" y="1905"/>
                  </a:lnTo>
                  <a:lnTo>
                    <a:pt x="274" y="1738"/>
                  </a:lnTo>
                  <a:lnTo>
                    <a:pt x="274" y="150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5" name="Google Shape;1535;p25"/>
            <p:cNvSpPr/>
            <p:nvPr/>
          </p:nvSpPr>
          <p:spPr>
            <a:xfrm>
              <a:off x="2467751" y="3333633"/>
              <a:ext cx="36409" cy="41932"/>
            </a:xfrm>
            <a:custGeom>
              <a:avLst/>
              <a:gdLst/>
              <a:ahLst/>
              <a:cxnLst/>
              <a:rect l="l" t="t" r="r" b="b"/>
              <a:pathLst>
                <a:path w="798" h="919" extrusionOk="0">
                  <a:moveTo>
                    <a:pt x="746" y="0"/>
                  </a:moveTo>
                  <a:cubicBezTo>
                    <a:pt x="736" y="0"/>
                    <a:pt x="726" y="2"/>
                    <a:pt x="715" y="4"/>
                  </a:cubicBezTo>
                  <a:cubicBezTo>
                    <a:pt x="667" y="40"/>
                    <a:pt x="643" y="88"/>
                    <a:pt x="643" y="135"/>
                  </a:cubicBezTo>
                  <a:cubicBezTo>
                    <a:pt x="643" y="170"/>
                    <a:pt x="662" y="192"/>
                    <a:pt x="686" y="192"/>
                  </a:cubicBezTo>
                  <a:cubicBezTo>
                    <a:pt x="695" y="192"/>
                    <a:pt x="705" y="189"/>
                    <a:pt x="715" y="183"/>
                  </a:cubicBezTo>
                  <a:cubicBezTo>
                    <a:pt x="762" y="159"/>
                    <a:pt x="786" y="112"/>
                    <a:pt x="798" y="52"/>
                  </a:cubicBezTo>
                  <a:cubicBezTo>
                    <a:pt x="798" y="16"/>
                    <a:pt x="777" y="0"/>
                    <a:pt x="746" y="0"/>
                  </a:cubicBezTo>
                  <a:close/>
                  <a:moveTo>
                    <a:pt x="433" y="186"/>
                  </a:moveTo>
                  <a:cubicBezTo>
                    <a:pt x="424" y="186"/>
                    <a:pt x="415" y="189"/>
                    <a:pt x="405" y="195"/>
                  </a:cubicBezTo>
                  <a:cubicBezTo>
                    <a:pt x="357" y="219"/>
                    <a:pt x="334" y="266"/>
                    <a:pt x="322" y="326"/>
                  </a:cubicBezTo>
                  <a:cubicBezTo>
                    <a:pt x="322" y="362"/>
                    <a:pt x="342" y="378"/>
                    <a:pt x="374" y="378"/>
                  </a:cubicBezTo>
                  <a:cubicBezTo>
                    <a:pt x="383" y="378"/>
                    <a:pt x="394" y="376"/>
                    <a:pt x="405" y="374"/>
                  </a:cubicBezTo>
                  <a:cubicBezTo>
                    <a:pt x="441" y="338"/>
                    <a:pt x="476" y="290"/>
                    <a:pt x="476" y="243"/>
                  </a:cubicBezTo>
                  <a:cubicBezTo>
                    <a:pt x="476" y="208"/>
                    <a:pt x="457" y="186"/>
                    <a:pt x="433" y="186"/>
                  </a:cubicBezTo>
                  <a:close/>
                  <a:moveTo>
                    <a:pt x="750" y="352"/>
                  </a:moveTo>
                  <a:cubicBezTo>
                    <a:pt x="739" y="352"/>
                    <a:pt x="727" y="355"/>
                    <a:pt x="715" y="362"/>
                  </a:cubicBezTo>
                  <a:cubicBezTo>
                    <a:pt x="667" y="397"/>
                    <a:pt x="643" y="445"/>
                    <a:pt x="643" y="493"/>
                  </a:cubicBezTo>
                  <a:cubicBezTo>
                    <a:pt x="643" y="527"/>
                    <a:pt x="662" y="550"/>
                    <a:pt x="686" y="550"/>
                  </a:cubicBezTo>
                  <a:cubicBezTo>
                    <a:pt x="695" y="550"/>
                    <a:pt x="705" y="547"/>
                    <a:pt x="715" y="540"/>
                  </a:cubicBezTo>
                  <a:cubicBezTo>
                    <a:pt x="762" y="505"/>
                    <a:pt x="786" y="457"/>
                    <a:pt x="798" y="409"/>
                  </a:cubicBezTo>
                  <a:cubicBezTo>
                    <a:pt x="798" y="374"/>
                    <a:pt x="779" y="352"/>
                    <a:pt x="750" y="352"/>
                  </a:cubicBezTo>
                  <a:close/>
                  <a:moveTo>
                    <a:pt x="105" y="376"/>
                  </a:moveTo>
                  <a:cubicBezTo>
                    <a:pt x="95" y="376"/>
                    <a:pt x="84" y="379"/>
                    <a:pt x="72" y="385"/>
                  </a:cubicBezTo>
                  <a:cubicBezTo>
                    <a:pt x="24" y="409"/>
                    <a:pt x="0" y="457"/>
                    <a:pt x="0" y="516"/>
                  </a:cubicBezTo>
                  <a:cubicBezTo>
                    <a:pt x="0" y="542"/>
                    <a:pt x="19" y="562"/>
                    <a:pt x="42" y="562"/>
                  </a:cubicBezTo>
                  <a:cubicBezTo>
                    <a:pt x="52" y="562"/>
                    <a:pt x="62" y="559"/>
                    <a:pt x="72" y="552"/>
                  </a:cubicBezTo>
                  <a:cubicBezTo>
                    <a:pt x="119" y="528"/>
                    <a:pt x="143" y="481"/>
                    <a:pt x="143" y="433"/>
                  </a:cubicBezTo>
                  <a:cubicBezTo>
                    <a:pt x="143" y="398"/>
                    <a:pt x="130" y="376"/>
                    <a:pt x="105" y="376"/>
                  </a:cubicBezTo>
                  <a:close/>
                  <a:moveTo>
                    <a:pt x="434" y="543"/>
                  </a:moveTo>
                  <a:cubicBezTo>
                    <a:pt x="425" y="543"/>
                    <a:pt x="415" y="545"/>
                    <a:pt x="405" y="552"/>
                  </a:cubicBezTo>
                  <a:cubicBezTo>
                    <a:pt x="357" y="576"/>
                    <a:pt x="334" y="624"/>
                    <a:pt x="322" y="671"/>
                  </a:cubicBezTo>
                  <a:cubicBezTo>
                    <a:pt x="322" y="706"/>
                    <a:pt x="341" y="728"/>
                    <a:pt x="370" y="728"/>
                  </a:cubicBezTo>
                  <a:cubicBezTo>
                    <a:pt x="380" y="728"/>
                    <a:pt x="392" y="725"/>
                    <a:pt x="405" y="719"/>
                  </a:cubicBezTo>
                  <a:cubicBezTo>
                    <a:pt x="453" y="695"/>
                    <a:pt x="476" y="647"/>
                    <a:pt x="476" y="588"/>
                  </a:cubicBezTo>
                  <a:cubicBezTo>
                    <a:pt x="476" y="562"/>
                    <a:pt x="458" y="543"/>
                    <a:pt x="434" y="543"/>
                  </a:cubicBezTo>
                  <a:close/>
                  <a:moveTo>
                    <a:pt x="111" y="731"/>
                  </a:moveTo>
                  <a:cubicBezTo>
                    <a:pt x="101" y="731"/>
                    <a:pt x="87" y="735"/>
                    <a:pt x="72" y="743"/>
                  </a:cubicBezTo>
                  <a:cubicBezTo>
                    <a:pt x="24" y="766"/>
                    <a:pt x="0" y="814"/>
                    <a:pt x="0" y="862"/>
                  </a:cubicBezTo>
                  <a:cubicBezTo>
                    <a:pt x="0" y="897"/>
                    <a:pt x="19" y="919"/>
                    <a:pt x="44" y="919"/>
                  </a:cubicBezTo>
                  <a:cubicBezTo>
                    <a:pt x="52" y="919"/>
                    <a:pt x="62" y="916"/>
                    <a:pt x="72" y="909"/>
                  </a:cubicBezTo>
                  <a:cubicBezTo>
                    <a:pt x="119" y="886"/>
                    <a:pt x="143" y="838"/>
                    <a:pt x="143" y="778"/>
                  </a:cubicBezTo>
                  <a:cubicBezTo>
                    <a:pt x="143" y="747"/>
                    <a:pt x="132" y="731"/>
                    <a:pt x="111" y="73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25"/>
            <p:cNvSpPr/>
            <p:nvPr/>
          </p:nvSpPr>
          <p:spPr>
            <a:xfrm>
              <a:off x="2168390" y="3169741"/>
              <a:ext cx="512871" cy="318389"/>
            </a:xfrm>
            <a:custGeom>
              <a:avLst/>
              <a:gdLst/>
              <a:ahLst/>
              <a:cxnLst/>
              <a:rect l="l" t="t" r="r" b="b"/>
              <a:pathLst>
                <a:path w="11241" h="6978" extrusionOk="0">
                  <a:moveTo>
                    <a:pt x="11240" y="489"/>
                  </a:moveTo>
                  <a:lnTo>
                    <a:pt x="10371" y="1"/>
                  </a:lnTo>
                  <a:lnTo>
                    <a:pt x="1" y="5990"/>
                  </a:lnTo>
                  <a:lnTo>
                    <a:pt x="1" y="6978"/>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7" name="Google Shape;1537;p25"/>
            <p:cNvSpPr/>
            <p:nvPr/>
          </p:nvSpPr>
          <p:spPr>
            <a:xfrm>
              <a:off x="2168390" y="3055673"/>
              <a:ext cx="512871" cy="387377"/>
            </a:xfrm>
            <a:custGeom>
              <a:avLst/>
              <a:gdLst/>
              <a:ahLst/>
              <a:cxnLst/>
              <a:rect l="l" t="t" r="r" b="b"/>
              <a:pathLst>
                <a:path w="11241" h="8490" extrusionOk="0">
                  <a:moveTo>
                    <a:pt x="1" y="6489"/>
                  </a:moveTo>
                  <a:lnTo>
                    <a:pt x="1" y="8490"/>
                  </a:lnTo>
                  <a:lnTo>
                    <a:pt x="11240" y="2001"/>
                  </a:lnTo>
                  <a:lnTo>
                    <a:pt x="11240"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8" name="Google Shape;1538;p25"/>
            <p:cNvSpPr/>
            <p:nvPr/>
          </p:nvSpPr>
          <p:spPr>
            <a:xfrm>
              <a:off x="2200466" y="3230060"/>
              <a:ext cx="221646" cy="169004"/>
            </a:xfrm>
            <a:custGeom>
              <a:avLst/>
              <a:gdLst/>
              <a:ahLst/>
              <a:cxnLst/>
              <a:rect l="l" t="t" r="r" b="b"/>
              <a:pathLst>
                <a:path w="4858" h="3704" extrusionOk="0">
                  <a:moveTo>
                    <a:pt x="0" y="2798"/>
                  </a:moveTo>
                  <a:lnTo>
                    <a:pt x="0" y="3703"/>
                  </a:lnTo>
                  <a:lnTo>
                    <a:pt x="4858" y="905"/>
                  </a:lnTo>
                  <a:lnTo>
                    <a:pt x="4858" y="0"/>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9" name="Google Shape;1539;p25"/>
            <p:cNvSpPr/>
            <p:nvPr/>
          </p:nvSpPr>
          <p:spPr>
            <a:xfrm>
              <a:off x="2453059" y="3167596"/>
              <a:ext cx="65791" cy="95088"/>
            </a:xfrm>
            <a:custGeom>
              <a:avLst/>
              <a:gdLst/>
              <a:ahLst/>
              <a:cxnLst/>
              <a:rect l="l" t="t" r="r" b="b"/>
              <a:pathLst>
                <a:path w="1442" h="2084" extrusionOk="0">
                  <a:moveTo>
                    <a:pt x="1441" y="0"/>
                  </a:moveTo>
                  <a:lnTo>
                    <a:pt x="1" y="834"/>
                  </a:lnTo>
                  <a:lnTo>
                    <a:pt x="1" y="2084"/>
                  </a:lnTo>
                  <a:lnTo>
                    <a:pt x="1441" y="1250"/>
                  </a:lnTo>
                  <a:lnTo>
                    <a:pt x="14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0" name="Google Shape;1540;p25"/>
            <p:cNvSpPr/>
            <p:nvPr/>
          </p:nvSpPr>
          <p:spPr>
            <a:xfrm>
              <a:off x="2539979" y="3089346"/>
              <a:ext cx="128799" cy="119042"/>
            </a:xfrm>
            <a:custGeom>
              <a:avLst/>
              <a:gdLst/>
              <a:ahLst/>
              <a:cxnLst/>
              <a:rect l="l" t="t" r="r" b="b"/>
              <a:pathLst>
                <a:path w="2823" h="2609" extrusionOk="0">
                  <a:moveTo>
                    <a:pt x="1" y="1632"/>
                  </a:moveTo>
                  <a:lnTo>
                    <a:pt x="1" y="2608"/>
                  </a:lnTo>
                  <a:lnTo>
                    <a:pt x="2822" y="977"/>
                  </a:lnTo>
                  <a:lnTo>
                    <a:pt x="2822"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1" name="Google Shape;1541;p25"/>
            <p:cNvSpPr/>
            <p:nvPr/>
          </p:nvSpPr>
          <p:spPr>
            <a:xfrm>
              <a:off x="2553575" y="3106182"/>
              <a:ext cx="104892" cy="87514"/>
            </a:xfrm>
            <a:custGeom>
              <a:avLst/>
              <a:gdLst/>
              <a:ahLst/>
              <a:cxnLst/>
              <a:rect l="l" t="t" r="r" b="b"/>
              <a:pathLst>
                <a:path w="2299" h="1918" extrusionOk="0">
                  <a:moveTo>
                    <a:pt x="2298" y="1"/>
                  </a:moveTo>
                  <a:lnTo>
                    <a:pt x="2024" y="167"/>
                  </a:lnTo>
                  <a:lnTo>
                    <a:pt x="2024" y="406"/>
                  </a:lnTo>
                  <a:lnTo>
                    <a:pt x="2298" y="239"/>
                  </a:lnTo>
                  <a:lnTo>
                    <a:pt x="2298" y="1"/>
                  </a:lnTo>
                  <a:close/>
                  <a:moveTo>
                    <a:pt x="1893" y="239"/>
                  </a:moveTo>
                  <a:lnTo>
                    <a:pt x="1620" y="394"/>
                  </a:lnTo>
                  <a:lnTo>
                    <a:pt x="1620" y="632"/>
                  </a:lnTo>
                  <a:lnTo>
                    <a:pt x="1893" y="477"/>
                  </a:lnTo>
                  <a:lnTo>
                    <a:pt x="1893" y="239"/>
                  </a:lnTo>
                  <a:close/>
                  <a:moveTo>
                    <a:pt x="2298" y="358"/>
                  </a:moveTo>
                  <a:lnTo>
                    <a:pt x="2024" y="513"/>
                  </a:lnTo>
                  <a:lnTo>
                    <a:pt x="2024" y="751"/>
                  </a:lnTo>
                  <a:lnTo>
                    <a:pt x="2298" y="596"/>
                  </a:lnTo>
                  <a:lnTo>
                    <a:pt x="2298" y="358"/>
                  </a:lnTo>
                  <a:close/>
                  <a:moveTo>
                    <a:pt x="1489" y="477"/>
                  </a:moveTo>
                  <a:lnTo>
                    <a:pt x="1215" y="632"/>
                  </a:lnTo>
                  <a:lnTo>
                    <a:pt x="1215" y="870"/>
                  </a:lnTo>
                  <a:lnTo>
                    <a:pt x="1489" y="715"/>
                  </a:lnTo>
                  <a:lnTo>
                    <a:pt x="1489" y="477"/>
                  </a:lnTo>
                  <a:close/>
                  <a:moveTo>
                    <a:pt x="1893" y="584"/>
                  </a:moveTo>
                  <a:lnTo>
                    <a:pt x="1620" y="751"/>
                  </a:lnTo>
                  <a:lnTo>
                    <a:pt x="1620" y="989"/>
                  </a:lnTo>
                  <a:lnTo>
                    <a:pt x="1893" y="822"/>
                  </a:lnTo>
                  <a:lnTo>
                    <a:pt x="1893" y="584"/>
                  </a:lnTo>
                  <a:close/>
                  <a:moveTo>
                    <a:pt x="1084" y="703"/>
                  </a:moveTo>
                  <a:lnTo>
                    <a:pt x="810" y="858"/>
                  </a:lnTo>
                  <a:lnTo>
                    <a:pt x="810" y="1096"/>
                  </a:lnTo>
                  <a:lnTo>
                    <a:pt x="1084" y="941"/>
                  </a:lnTo>
                  <a:lnTo>
                    <a:pt x="1084" y="703"/>
                  </a:lnTo>
                  <a:close/>
                  <a:moveTo>
                    <a:pt x="1489" y="822"/>
                  </a:moveTo>
                  <a:lnTo>
                    <a:pt x="1215" y="977"/>
                  </a:lnTo>
                  <a:lnTo>
                    <a:pt x="1215" y="1215"/>
                  </a:lnTo>
                  <a:lnTo>
                    <a:pt x="1489" y="1060"/>
                  </a:lnTo>
                  <a:lnTo>
                    <a:pt x="1489" y="822"/>
                  </a:lnTo>
                  <a:close/>
                  <a:moveTo>
                    <a:pt x="679" y="941"/>
                  </a:moveTo>
                  <a:lnTo>
                    <a:pt x="405" y="1096"/>
                  </a:lnTo>
                  <a:lnTo>
                    <a:pt x="405" y="1334"/>
                  </a:lnTo>
                  <a:lnTo>
                    <a:pt x="679" y="1179"/>
                  </a:lnTo>
                  <a:lnTo>
                    <a:pt x="679" y="941"/>
                  </a:lnTo>
                  <a:close/>
                  <a:moveTo>
                    <a:pt x="1084" y="1048"/>
                  </a:moveTo>
                  <a:lnTo>
                    <a:pt x="810" y="1215"/>
                  </a:lnTo>
                  <a:lnTo>
                    <a:pt x="810" y="1453"/>
                  </a:lnTo>
                  <a:lnTo>
                    <a:pt x="1084" y="1287"/>
                  </a:lnTo>
                  <a:lnTo>
                    <a:pt x="1084" y="1048"/>
                  </a:lnTo>
                  <a:close/>
                  <a:moveTo>
                    <a:pt x="274" y="1168"/>
                  </a:moveTo>
                  <a:lnTo>
                    <a:pt x="0" y="1322"/>
                  </a:lnTo>
                  <a:lnTo>
                    <a:pt x="0" y="1560"/>
                  </a:lnTo>
                  <a:lnTo>
                    <a:pt x="274" y="1406"/>
                  </a:lnTo>
                  <a:lnTo>
                    <a:pt x="274" y="1168"/>
                  </a:lnTo>
                  <a:close/>
                  <a:moveTo>
                    <a:pt x="679" y="1287"/>
                  </a:moveTo>
                  <a:lnTo>
                    <a:pt x="405" y="1441"/>
                  </a:lnTo>
                  <a:lnTo>
                    <a:pt x="405" y="1680"/>
                  </a:lnTo>
                  <a:lnTo>
                    <a:pt x="679" y="1525"/>
                  </a:lnTo>
                  <a:lnTo>
                    <a:pt x="679" y="1287"/>
                  </a:lnTo>
                  <a:close/>
                  <a:moveTo>
                    <a:pt x="274" y="1513"/>
                  </a:moveTo>
                  <a:lnTo>
                    <a:pt x="0" y="1680"/>
                  </a:lnTo>
                  <a:lnTo>
                    <a:pt x="0" y="1918"/>
                  </a:lnTo>
                  <a:lnTo>
                    <a:pt x="274" y="1751"/>
                  </a:lnTo>
                  <a:lnTo>
                    <a:pt x="274" y="151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2" name="Google Shape;1542;p25"/>
            <p:cNvSpPr/>
            <p:nvPr/>
          </p:nvSpPr>
          <p:spPr>
            <a:xfrm>
              <a:off x="2467751" y="3197026"/>
              <a:ext cx="36409" cy="42205"/>
            </a:xfrm>
            <a:custGeom>
              <a:avLst/>
              <a:gdLst/>
              <a:ahLst/>
              <a:cxnLst/>
              <a:rect l="l" t="t" r="r" b="b"/>
              <a:pathLst>
                <a:path w="798" h="925" extrusionOk="0">
                  <a:moveTo>
                    <a:pt x="750" y="1"/>
                  </a:moveTo>
                  <a:cubicBezTo>
                    <a:pt x="739" y="1"/>
                    <a:pt x="727" y="4"/>
                    <a:pt x="715" y="10"/>
                  </a:cubicBezTo>
                  <a:cubicBezTo>
                    <a:pt x="667" y="34"/>
                    <a:pt x="643" y="81"/>
                    <a:pt x="643" y="141"/>
                  </a:cubicBezTo>
                  <a:cubicBezTo>
                    <a:pt x="643" y="176"/>
                    <a:pt x="662" y="198"/>
                    <a:pt x="686" y="198"/>
                  </a:cubicBezTo>
                  <a:cubicBezTo>
                    <a:pt x="695" y="198"/>
                    <a:pt x="705" y="195"/>
                    <a:pt x="715" y="189"/>
                  </a:cubicBezTo>
                  <a:cubicBezTo>
                    <a:pt x="762" y="153"/>
                    <a:pt x="786" y="105"/>
                    <a:pt x="798" y="58"/>
                  </a:cubicBezTo>
                  <a:cubicBezTo>
                    <a:pt x="798" y="23"/>
                    <a:pt x="779" y="1"/>
                    <a:pt x="750" y="1"/>
                  </a:cubicBezTo>
                  <a:close/>
                  <a:moveTo>
                    <a:pt x="433" y="179"/>
                  </a:moveTo>
                  <a:cubicBezTo>
                    <a:pt x="424" y="179"/>
                    <a:pt x="415" y="182"/>
                    <a:pt x="405" y="189"/>
                  </a:cubicBezTo>
                  <a:cubicBezTo>
                    <a:pt x="357" y="224"/>
                    <a:pt x="334" y="272"/>
                    <a:pt x="322" y="320"/>
                  </a:cubicBezTo>
                  <a:cubicBezTo>
                    <a:pt x="322" y="354"/>
                    <a:pt x="341" y="377"/>
                    <a:pt x="370" y="377"/>
                  </a:cubicBezTo>
                  <a:cubicBezTo>
                    <a:pt x="380" y="377"/>
                    <a:pt x="392" y="374"/>
                    <a:pt x="405" y="367"/>
                  </a:cubicBezTo>
                  <a:cubicBezTo>
                    <a:pt x="453" y="343"/>
                    <a:pt x="476" y="296"/>
                    <a:pt x="476" y="236"/>
                  </a:cubicBezTo>
                  <a:cubicBezTo>
                    <a:pt x="476" y="201"/>
                    <a:pt x="457" y="179"/>
                    <a:pt x="433" y="179"/>
                  </a:cubicBezTo>
                  <a:close/>
                  <a:moveTo>
                    <a:pt x="757" y="355"/>
                  </a:moveTo>
                  <a:cubicBezTo>
                    <a:pt x="745" y="355"/>
                    <a:pt x="730" y="359"/>
                    <a:pt x="715" y="367"/>
                  </a:cubicBezTo>
                  <a:cubicBezTo>
                    <a:pt x="667" y="391"/>
                    <a:pt x="643" y="439"/>
                    <a:pt x="643" y="498"/>
                  </a:cubicBezTo>
                  <a:cubicBezTo>
                    <a:pt x="643" y="530"/>
                    <a:pt x="659" y="546"/>
                    <a:pt x="680" y="546"/>
                  </a:cubicBezTo>
                  <a:cubicBezTo>
                    <a:pt x="691" y="546"/>
                    <a:pt x="703" y="542"/>
                    <a:pt x="715" y="534"/>
                  </a:cubicBezTo>
                  <a:cubicBezTo>
                    <a:pt x="762" y="510"/>
                    <a:pt x="786" y="462"/>
                    <a:pt x="798" y="403"/>
                  </a:cubicBezTo>
                  <a:cubicBezTo>
                    <a:pt x="798" y="371"/>
                    <a:pt x="782" y="355"/>
                    <a:pt x="757" y="355"/>
                  </a:cubicBezTo>
                  <a:close/>
                  <a:moveTo>
                    <a:pt x="105" y="370"/>
                  </a:moveTo>
                  <a:cubicBezTo>
                    <a:pt x="95" y="370"/>
                    <a:pt x="84" y="373"/>
                    <a:pt x="72" y="379"/>
                  </a:cubicBezTo>
                  <a:cubicBezTo>
                    <a:pt x="24" y="415"/>
                    <a:pt x="0" y="462"/>
                    <a:pt x="0" y="510"/>
                  </a:cubicBezTo>
                  <a:cubicBezTo>
                    <a:pt x="0" y="545"/>
                    <a:pt x="19" y="567"/>
                    <a:pt x="44" y="567"/>
                  </a:cubicBezTo>
                  <a:cubicBezTo>
                    <a:pt x="52" y="567"/>
                    <a:pt x="62" y="564"/>
                    <a:pt x="72" y="558"/>
                  </a:cubicBezTo>
                  <a:cubicBezTo>
                    <a:pt x="119" y="534"/>
                    <a:pt x="143" y="474"/>
                    <a:pt x="143" y="427"/>
                  </a:cubicBezTo>
                  <a:cubicBezTo>
                    <a:pt x="143" y="392"/>
                    <a:pt x="130" y="370"/>
                    <a:pt x="105" y="370"/>
                  </a:cubicBezTo>
                  <a:close/>
                  <a:moveTo>
                    <a:pt x="433" y="536"/>
                  </a:moveTo>
                  <a:cubicBezTo>
                    <a:pt x="424" y="536"/>
                    <a:pt x="415" y="539"/>
                    <a:pt x="405" y="546"/>
                  </a:cubicBezTo>
                  <a:cubicBezTo>
                    <a:pt x="357" y="570"/>
                    <a:pt x="334" y="617"/>
                    <a:pt x="322" y="677"/>
                  </a:cubicBezTo>
                  <a:cubicBezTo>
                    <a:pt x="322" y="712"/>
                    <a:pt x="341" y="734"/>
                    <a:pt x="370" y="734"/>
                  </a:cubicBezTo>
                  <a:cubicBezTo>
                    <a:pt x="380" y="734"/>
                    <a:pt x="392" y="731"/>
                    <a:pt x="405" y="724"/>
                  </a:cubicBezTo>
                  <a:cubicBezTo>
                    <a:pt x="453" y="689"/>
                    <a:pt x="476" y="641"/>
                    <a:pt x="476" y="593"/>
                  </a:cubicBezTo>
                  <a:cubicBezTo>
                    <a:pt x="476" y="559"/>
                    <a:pt x="457" y="536"/>
                    <a:pt x="433" y="536"/>
                  </a:cubicBezTo>
                  <a:close/>
                  <a:moveTo>
                    <a:pt x="105" y="727"/>
                  </a:moveTo>
                  <a:cubicBezTo>
                    <a:pt x="95" y="727"/>
                    <a:pt x="84" y="730"/>
                    <a:pt x="72" y="736"/>
                  </a:cubicBezTo>
                  <a:cubicBezTo>
                    <a:pt x="24" y="760"/>
                    <a:pt x="0" y="808"/>
                    <a:pt x="0" y="867"/>
                  </a:cubicBezTo>
                  <a:cubicBezTo>
                    <a:pt x="0" y="902"/>
                    <a:pt x="19" y="924"/>
                    <a:pt x="44" y="924"/>
                  </a:cubicBezTo>
                  <a:cubicBezTo>
                    <a:pt x="52" y="924"/>
                    <a:pt x="62" y="921"/>
                    <a:pt x="72" y="915"/>
                  </a:cubicBezTo>
                  <a:cubicBezTo>
                    <a:pt x="119" y="879"/>
                    <a:pt x="143" y="832"/>
                    <a:pt x="143" y="784"/>
                  </a:cubicBezTo>
                  <a:cubicBezTo>
                    <a:pt x="143" y="749"/>
                    <a:pt x="130" y="727"/>
                    <a:pt x="105" y="72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3" name="Google Shape;1543;p25"/>
            <p:cNvSpPr/>
            <p:nvPr/>
          </p:nvSpPr>
          <p:spPr>
            <a:xfrm>
              <a:off x="2168390" y="3032859"/>
              <a:ext cx="512871" cy="318936"/>
            </a:xfrm>
            <a:custGeom>
              <a:avLst/>
              <a:gdLst/>
              <a:ahLst/>
              <a:cxnLst/>
              <a:rect l="l" t="t" r="r" b="b"/>
              <a:pathLst>
                <a:path w="11241" h="6990" extrusionOk="0">
                  <a:moveTo>
                    <a:pt x="11240" y="500"/>
                  </a:moveTo>
                  <a:lnTo>
                    <a:pt x="10371" y="0"/>
                  </a:lnTo>
                  <a:lnTo>
                    <a:pt x="1" y="5989"/>
                  </a:lnTo>
                  <a:lnTo>
                    <a:pt x="1" y="6989"/>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4" name="Google Shape;1544;p25"/>
            <p:cNvSpPr/>
            <p:nvPr/>
          </p:nvSpPr>
          <p:spPr>
            <a:xfrm>
              <a:off x="2168390" y="2918792"/>
              <a:ext cx="512871" cy="387377"/>
            </a:xfrm>
            <a:custGeom>
              <a:avLst/>
              <a:gdLst/>
              <a:ahLst/>
              <a:cxnLst/>
              <a:rect l="l" t="t" r="r" b="b"/>
              <a:pathLst>
                <a:path w="11241" h="8490" extrusionOk="0">
                  <a:moveTo>
                    <a:pt x="1" y="6489"/>
                  </a:moveTo>
                  <a:lnTo>
                    <a:pt x="1" y="8489"/>
                  </a:lnTo>
                  <a:lnTo>
                    <a:pt x="11240" y="2000"/>
                  </a:lnTo>
                  <a:lnTo>
                    <a:pt x="11240"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5" name="Google Shape;1545;p25"/>
            <p:cNvSpPr/>
            <p:nvPr/>
          </p:nvSpPr>
          <p:spPr>
            <a:xfrm>
              <a:off x="2200466" y="3093133"/>
              <a:ext cx="221646" cy="169004"/>
            </a:xfrm>
            <a:custGeom>
              <a:avLst/>
              <a:gdLst/>
              <a:ahLst/>
              <a:cxnLst/>
              <a:rect l="l" t="t" r="r" b="b"/>
              <a:pathLst>
                <a:path w="4858" h="3704" extrusionOk="0">
                  <a:moveTo>
                    <a:pt x="0" y="2799"/>
                  </a:moveTo>
                  <a:lnTo>
                    <a:pt x="0" y="3704"/>
                  </a:lnTo>
                  <a:lnTo>
                    <a:pt x="4858" y="906"/>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6" name="Google Shape;1546;p25"/>
            <p:cNvSpPr/>
            <p:nvPr/>
          </p:nvSpPr>
          <p:spPr>
            <a:xfrm>
              <a:off x="2453059" y="3030669"/>
              <a:ext cx="65791" cy="95681"/>
            </a:xfrm>
            <a:custGeom>
              <a:avLst/>
              <a:gdLst/>
              <a:ahLst/>
              <a:cxnLst/>
              <a:rect l="l" t="t" r="r" b="b"/>
              <a:pathLst>
                <a:path w="1442" h="2097" extrusionOk="0">
                  <a:moveTo>
                    <a:pt x="1441" y="1"/>
                  </a:moveTo>
                  <a:lnTo>
                    <a:pt x="1" y="834"/>
                  </a:lnTo>
                  <a:lnTo>
                    <a:pt x="1" y="2096"/>
                  </a:lnTo>
                  <a:lnTo>
                    <a:pt x="1441" y="1263"/>
                  </a:lnTo>
                  <a:lnTo>
                    <a:pt x="14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7" name="Google Shape;1547;p25"/>
            <p:cNvSpPr/>
            <p:nvPr/>
          </p:nvSpPr>
          <p:spPr>
            <a:xfrm>
              <a:off x="2539979" y="2952464"/>
              <a:ext cx="128799" cy="118997"/>
            </a:xfrm>
            <a:custGeom>
              <a:avLst/>
              <a:gdLst/>
              <a:ahLst/>
              <a:cxnLst/>
              <a:rect l="l" t="t" r="r" b="b"/>
              <a:pathLst>
                <a:path w="2823" h="2608" extrusionOk="0">
                  <a:moveTo>
                    <a:pt x="1" y="1631"/>
                  </a:moveTo>
                  <a:lnTo>
                    <a:pt x="1" y="2608"/>
                  </a:lnTo>
                  <a:lnTo>
                    <a:pt x="2822" y="977"/>
                  </a:lnTo>
                  <a:lnTo>
                    <a:pt x="2822"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8" name="Google Shape;1548;p25"/>
            <p:cNvSpPr/>
            <p:nvPr/>
          </p:nvSpPr>
          <p:spPr>
            <a:xfrm>
              <a:off x="2553575" y="2969848"/>
              <a:ext cx="104892" cy="87514"/>
            </a:xfrm>
            <a:custGeom>
              <a:avLst/>
              <a:gdLst/>
              <a:ahLst/>
              <a:cxnLst/>
              <a:rect l="l" t="t" r="r" b="b"/>
              <a:pathLst>
                <a:path w="2299" h="1918" extrusionOk="0">
                  <a:moveTo>
                    <a:pt x="2298" y="0"/>
                  </a:moveTo>
                  <a:lnTo>
                    <a:pt x="2024" y="155"/>
                  </a:lnTo>
                  <a:lnTo>
                    <a:pt x="2024" y="393"/>
                  </a:lnTo>
                  <a:lnTo>
                    <a:pt x="2298" y="238"/>
                  </a:lnTo>
                  <a:lnTo>
                    <a:pt x="2298" y="0"/>
                  </a:lnTo>
                  <a:close/>
                  <a:moveTo>
                    <a:pt x="1893" y="238"/>
                  </a:moveTo>
                  <a:lnTo>
                    <a:pt x="1620" y="393"/>
                  </a:lnTo>
                  <a:lnTo>
                    <a:pt x="1620" y="631"/>
                  </a:lnTo>
                  <a:lnTo>
                    <a:pt x="1893" y="477"/>
                  </a:lnTo>
                  <a:lnTo>
                    <a:pt x="1893" y="238"/>
                  </a:lnTo>
                  <a:close/>
                  <a:moveTo>
                    <a:pt x="2298" y="357"/>
                  </a:moveTo>
                  <a:lnTo>
                    <a:pt x="2024" y="512"/>
                  </a:lnTo>
                  <a:lnTo>
                    <a:pt x="2024" y="750"/>
                  </a:lnTo>
                  <a:lnTo>
                    <a:pt x="2298" y="596"/>
                  </a:lnTo>
                  <a:lnTo>
                    <a:pt x="2298" y="357"/>
                  </a:lnTo>
                  <a:close/>
                  <a:moveTo>
                    <a:pt x="1489" y="465"/>
                  </a:moveTo>
                  <a:lnTo>
                    <a:pt x="1215" y="619"/>
                  </a:lnTo>
                  <a:lnTo>
                    <a:pt x="1215" y="858"/>
                  </a:lnTo>
                  <a:lnTo>
                    <a:pt x="1489" y="703"/>
                  </a:lnTo>
                  <a:lnTo>
                    <a:pt x="1489" y="465"/>
                  </a:lnTo>
                  <a:close/>
                  <a:moveTo>
                    <a:pt x="1893" y="584"/>
                  </a:moveTo>
                  <a:lnTo>
                    <a:pt x="1620" y="750"/>
                  </a:lnTo>
                  <a:lnTo>
                    <a:pt x="1620" y="988"/>
                  </a:lnTo>
                  <a:lnTo>
                    <a:pt x="1893" y="822"/>
                  </a:lnTo>
                  <a:lnTo>
                    <a:pt x="1893" y="584"/>
                  </a:lnTo>
                  <a:close/>
                  <a:moveTo>
                    <a:pt x="1084" y="703"/>
                  </a:moveTo>
                  <a:lnTo>
                    <a:pt x="810" y="858"/>
                  </a:lnTo>
                  <a:lnTo>
                    <a:pt x="810" y="1096"/>
                  </a:lnTo>
                  <a:lnTo>
                    <a:pt x="1084" y="941"/>
                  </a:lnTo>
                  <a:lnTo>
                    <a:pt x="1084" y="703"/>
                  </a:lnTo>
                  <a:close/>
                  <a:moveTo>
                    <a:pt x="1489" y="822"/>
                  </a:moveTo>
                  <a:lnTo>
                    <a:pt x="1215" y="977"/>
                  </a:lnTo>
                  <a:lnTo>
                    <a:pt x="1215" y="1215"/>
                  </a:lnTo>
                  <a:lnTo>
                    <a:pt x="1489" y="1060"/>
                  </a:lnTo>
                  <a:lnTo>
                    <a:pt x="1489" y="822"/>
                  </a:lnTo>
                  <a:close/>
                  <a:moveTo>
                    <a:pt x="679" y="929"/>
                  </a:moveTo>
                  <a:lnTo>
                    <a:pt x="405" y="1084"/>
                  </a:lnTo>
                  <a:lnTo>
                    <a:pt x="405" y="1322"/>
                  </a:lnTo>
                  <a:lnTo>
                    <a:pt x="679" y="1167"/>
                  </a:lnTo>
                  <a:lnTo>
                    <a:pt x="679" y="929"/>
                  </a:lnTo>
                  <a:close/>
                  <a:moveTo>
                    <a:pt x="1084" y="1048"/>
                  </a:moveTo>
                  <a:lnTo>
                    <a:pt x="810" y="1215"/>
                  </a:lnTo>
                  <a:lnTo>
                    <a:pt x="810" y="1453"/>
                  </a:lnTo>
                  <a:lnTo>
                    <a:pt x="1084" y="1286"/>
                  </a:lnTo>
                  <a:lnTo>
                    <a:pt x="1084" y="1048"/>
                  </a:lnTo>
                  <a:close/>
                  <a:moveTo>
                    <a:pt x="274" y="1167"/>
                  </a:moveTo>
                  <a:lnTo>
                    <a:pt x="0" y="1322"/>
                  </a:lnTo>
                  <a:lnTo>
                    <a:pt x="0" y="1560"/>
                  </a:lnTo>
                  <a:lnTo>
                    <a:pt x="274" y="1405"/>
                  </a:lnTo>
                  <a:lnTo>
                    <a:pt x="274" y="1167"/>
                  </a:lnTo>
                  <a:close/>
                  <a:moveTo>
                    <a:pt x="679" y="1286"/>
                  </a:moveTo>
                  <a:lnTo>
                    <a:pt x="405" y="1441"/>
                  </a:lnTo>
                  <a:lnTo>
                    <a:pt x="405" y="1679"/>
                  </a:lnTo>
                  <a:lnTo>
                    <a:pt x="679" y="1524"/>
                  </a:lnTo>
                  <a:lnTo>
                    <a:pt x="679" y="1286"/>
                  </a:lnTo>
                  <a:close/>
                  <a:moveTo>
                    <a:pt x="274" y="1512"/>
                  </a:moveTo>
                  <a:lnTo>
                    <a:pt x="0" y="1679"/>
                  </a:lnTo>
                  <a:lnTo>
                    <a:pt x="0" y="1917"/>
                  </a:lnTo>
                  <a:lnTo>
                    <a:pt x="274" y="1750"/>
                  </a:lnTo>
                  <a:lnTo>
                    <a:pt x="274" y="151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9" name="Google Shape;1549;p25"/>
            <p:cNvSpPr/>
            <p:nvPr/>
          </p:nvSpPr>
          <p:spPr>
            <a:xfrm>
              <a:off x="2467751" y="3060373"/>
              <a:ext cx="36409" cy="42479"/>
            </a:xfrm>
            <a:custGeom>
              <a:avLst/>
              <a:gdLst/>
              <a:ahLst/>
              <a:cxnLst/>
              <a:rect l="l" t="t" r="r" b="b"/>
              <a:pathLst>
                <a:path w="798" h="931" extrusionOk="0">
                  <a:moveTo>
                    <a:pt x="745" y="0"/>
                  </a:moveTo>
                  <a:cubicBezTo>
                    <a:pt x="735" y="0"/>
                    <a:pt x="725" y="2"/>
                    <a:pt x="715" y="5"/>
                  </a:cubicBezTo>
                  <a:lnTo>
                    <a:pt x="715" y="17"/>
                  </a:lnTo>
                  <a:cubicBezTo>
                    <a:pt x="667" y="40"/>
                    <a:pt x="643" y="88"/>
                    <a:pt x="643" y="147"/>
                  </a:cubicBezTo>
                  <a:cubicBezTo>
                    <a:pt x="643" y="182"/>
                    <a:pt x="662" y="204"/>
                    <a:pt x="686" y="204"/>
                  </a:cubicBezTo>
                  <a:cubicBezTo>
                    <a:pt x="695" y="204"/>
                    <a:pt x="705" y="202"/>
                    <a:pt x="715" y="195"/>
                  </a:cubicBezTo>
                  <a:cubicBezTo>
                    <a:pt x="762" y="159"/>
                    <a:pt x="786" y="112"/>
                    <a:pt x="798" y="64"/>
                  </a:cubicBezTo>
                  <a:cubicBezTo>
                    <a:pt x="798" y="18"/>
                    <a:pt x="776" y="0"/>
                    <a:pt x="745" y="0"/>
                  </a:cubicBezTo>
                  <a:close/>
                  <a:moveTo>
                    <a:pt x="433" y="186"/>
                  </a:moveTo>
                  <a:cubicBezTo>
                    <a:pt x="424" y="186"/>
                    <a:pt x="415" y="189"/>
                    <a:pt x="405" y="195"/>
                  </a:cubicBezTo>
                  <a:cubicBezTo>
                    <a:pt x="357" y="231"/>
                    <a:pt x="334" y="278"/>
                    <a:pt x="322" y="326"/>
                  </a:cubicBezTo>
                  <a:cubicBezTo>
                    <a:pt x="322" y="361"/>
                    <a:pt x="341" y="383"/>
                    <a:pt x="370" y="383"/>
                  </a:cubicBezTo>
                  <a:cubicBezTo>
                    <a:pt x="380" y="383"/>
                    <a:pt x="392" y="380"/>
                    <a:pt x="405" y="374"/>
                  </a:cubicBezTo>
                  <a:cubicBezTo>
                    <a:pt x="453" y="350"/>
                    <a:pt x="476" y="290"/>
                    <a:pt x="476" y="243"/>
                  </a:cubicBezTo>
                  <a:cubicBezTo>
                    <a:pt x="476" y="208"/>
                    <a:pt x="457" y="186"/>
                    <a:pt x="433" y="186"/>
                  </a:cubicBezTo>
                  <a:close/>
                  <a:moveTo>
                    <a:pt x="750" y="352"/>
                  </a:moveTo>
                  <a:cubicBezTo>
                    <a:pt x="739" y="352"/>
                    <a:pt x="727" y="355"/>
                    <a:pt x="715" y="362"/>
                  </a:cubicBezTo>
                  <a:lnTo>
                    <a:pt x="715" y="374"/>
                  </a:lnTo>
                  <a:cubicBezTo>
                    <a:pt x="667" y="398"/>
                    <a:pt x="643" y="445"/>
                    <a:pt x="643" y="505"/>
                  </a:cubicBezTo>
                  <a:cubicBezTo>
                    <a:pt x="643" y="536"/>
                    <a:pt x="659" y="552"/>
                    <a:pt x="680" y="552"/>
                  </a:cubicBezTo>
                  <a:cubicBezTo>
                    <a:pt x="691" y="552"/>
                    <a:pt x="703" y="548"/>
                    <a:pt x="715" y="540"/>
                  </a:cubicBezTo>
                  <a:cubicBezTo>
                    <a:pt x="762" y="517"/>
                    <a:pt x="786" y="469"/>
                    <a:pt x="798" y="409"/>
                  </a:cubicBezTo>
                  <a:cubicBezTo>
                    <a:pt x="798" y="375"/>
                    <a:pt x="779" y="352"/>
                    <a:pt x="750" y="352"/>
                  </a:cubicBezTo>
                  <a:close/>
                  <a:moveTo>
                    <a:pt x="105" y="376"/>
                  </a:moveTo>
                  <a:cubicBezTo>
                    <a:pt x="95" y="376"/>
                    <a:pt x="84" y="379"/>
                    <a:pt x="72" y="386"/>
                  </a:cubicBezTo>
                  <a:cubicBezTo>
                    <a:pt x="24" y="421"/>
                    <a:pt x="0" y="469"/>
                    <a:pt x="0" y="517"/>
                  </a:cubicBezTo>
                  <a:cubicBezTo>
                    <a:pt x="0" y="551"/>
                    <a:pt x="19" y="574"/>
                    <a:pt x="44" y="574"/>
                  </a:cubicBezTo>
                  <a:cubicBezTo>
                    <a:pt x="52" y="574"/>
                    <a:pt x="62" y="571"/>
                    <a:pt x="72" y="564"/>
                  </a:cubicBezTo>
                  <a:cubicBezTo>
                    <a:pt x="119" y="540"/>
                    <a:pt x="143" y="481"/>
                    <a:pt x="143" y="433"/>
                  </a:cubicBezTo>
                  <a:cubicBezTo>
                    <a:pt x="143" y="398"/>
                    <a:pt x="130" y="376"/>
                    <a:pt x="105" y="376"/>
                  </a:cubicBezTo>
                  <a:close/>
                  <a:moveTo>
                    <a:pt x="438" y="541"/>
                  </a:moveTo>
                  <a:cubicBezTo>
                    <a:pt x="428" y="541"/>
                    <a:pt x="416" y="545"/>
                    <a:pt x="405" y="552"/>
                  </a:cubicBezTo>
                  <a:cubicBezTo>
                    <a:pt x="357" y="576"/>
                    <a:pt x="334" y="624"/>
                    <a:pt x="322" y="683"/>
                  </a:cubicBezTo>
                  <a:cubicBezTo>
                    <a:pt x="322" y="718"/>
                    <a:pt x="341" y="740"/>
                    <a:pt x="370" y="740"/>
                  </a:cubicBezTo>
                  <a:cubicBezTo>
                    <a:pt x="380" y="740"/>
                    <a:pt x="392" y="737"/>
                    <a:pt x="405" y="731"/>
                  </a:cubicBezTo>
                  <a:cubicBezTo>
                    <a:pt x="453" y="695"/>
                    <a:pt x="476" y="648"/>
                    <a:pt x="476" y="600"/>
                  </a:cubicBezTo>
                  <a:cubicBezTo>
                    <a:pt x="476" y="559"/>
                    <a:pt x="460" y="541"/>
                    <a:pt x="438" y="541"/>
                  </a:cubicBezTo>
                  <a:close/>
                  <a:moveTo>
                    <a:pt x="100" y="727"/>
                  </a:moveTo>
                  <a:cubicBezTo>
                    <a:pt x="92" y="727"/>
                    <a:pt x="82" y="728"/>
                    <a:pt x="72" y="731"/>
                  </a:cubicBezTo>
                  <a:lnTo>
                    <a:pt x="72" y="743"/>
                  </a:lnTo>
                  <a:cubicBezTo>
                    <a:pt x="24" y="767"/>
                    <a:pt x="0" y="814"/>
                    <a:pt x="0" y="874"/>
                  </a:cubicBezTo>
                  <a:cubicBezTo>
                    <a:pt x="0" y="909"/>
                    <a:pt x="19" y="931"/>
                    <a:pt x="44" y="931"/>
                  </a:cubicBezTo>
                  <a:cubicBezTo>
                    <a:pt x="52" y="931"/>
                    <a:pt x="62" y="928"/>
                    <a:pt x="72" y="921"/>
                  </a:cubicBezTo>
                  <a:cubicBezTo>
                    <a:pt x="119" y="886"/>
                    <a:pt x="143" y="838"/>
                    <a:pt x="143" y="790"/>
                  </a:cubicBezTo>
                  <a:cubicBezTo>
                    <a:pt x="143" y="744"/>
                    <a:pt x="129" y="727"/>
                    <a:pt x="100" y="72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0" name="Google Shape;1550;p25"/>
            <p:cNvSpPr/>
            <p:nvPr/>
          </p:nvSpPr>
          <p:spPr>
            <a:xfrm>
              <a:off x="2168390" y="2896480"/>
              <a:ext cx="512871" cy="318389"/>
            </a:xfrm>
            <a:custGeom>
              <a:avLst/>
              <a:gdLst/>
              <a:ahLst/>
              <a:cxnLst/>
              <a:rect l="l" t="t" r="r" b="b"/>
              <a:pathLst>
                <a:path w="11241" h="6978" extrusionOk="0">
                  <a:moveTo>
                    <a:pt x="11240" y="489"/>
                  </a:moveTo>
                  <a:lnTo>
                    <a:pt x="10371" y="1"/>
                  </a:lnTo>
                  <a:lnTo>
                    <a:pt x="1" y="5990"/>
                  </a:lnTo>
                  <a:lnTo>
                    <a:pt x="1" y="6978"/>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1" name="Google Shape;1551;p25"/>
            <p:cNvSpPr/>
            <p:nvPr/>
          </p:nvSpPr>
          <p:spPr>
            <a:xfrm>
              <a:off x="2168390" y="2782412"/>
              <a:ext cx="512871" cy="387377"/>
            </a:xfrm>
            <a:custGeom>
              <a:avLst/>
              <a:gdLst/>
              <a:ahLst/>
              <a:cxnLst/>
              <a:rect l="l" t="t" r="r" b="b"/>
              <a:pathLst>
                <a:path w="11241" h="8490" extrusionOk="0">
                  <a:moveTo>
                    <a:pt x="1" y="6490"/>
                  </a:moveTo>
                  <a:lnTo>
                    <a:pt x="1" y="8490"/>
                  </a:lnTo>
                  <a:lnTo>
                    <a:pt x="11240" y="2001"/>
                  </a:lnTo>
                  <a:lnTo>
                    <a:pt x="11240"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2" name="Google Shape;1552;p25"/>
            <p:cNvSpPr/>
            <p:nvPr/>
          </p:nvSpPr>
          <p:spPr>
            <a:xfrm>
              <a:off x="2200466" y="2956799"/>
              <a:ext cx="221646" cy="169004"/>
            </a:xfrm>
            <a:custGeom>
              <a:avLst/>
              <a:gdLst/>
              <a:ahLst/>
              <a:cxnLst/>
              <a:rect l="l" t="t" r="r" b="b"/>
              <a:pathLst>
                <a:path w="4858" h="3704" extrusionOk="0">
                  <a:moveTo>
                    <a:pt x="0" y="2798"/>
                  </a:moveTo>
                  <a:lnTo>
                    <a:pt x="0" y="3703"/>
                  </a:lnTo>
                  <a:lnTo>
                    <a:pt x="4858" y="905"/>
                  </a:lnTo>
                  <a:lnTo>
                    <a:pt x="4858" y="1"/>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3" name="Google Shape;1553;p25"/>
            <p:cNvSpPr/>
            <p:nvPr/>
          </p:nvSpPr>
          <p:spPr>
            <a:xfrm>
              <a:off x="2453059" y="2894335"/>
              <a:ext cx="65791" cy="95088"/>
            </a:xfrm>
            <a:custGeom>
              <a:avLst/>
              <a:gdLst/>
              <a:ahLst/>
              <a:cxnLst/>
              <a:rect l="l" t="t" r="r" b="b"/>
              <a:pathLst>
                <a:path w="1442" h="2084" extrusionOk="0">
                  <a:moveTo>
                    <a:pt x="1441" y="0"/>
                  </a:moveTo>
                  <a:lnTo>
                    <a:pt x="1" y="822"/>
                  </a:lnTo>
                  <a:lnTo>
                    <a:pt x="1" y="2084"/>
                  </a:lnTo>
                  <a:lnTo>
                    <a:pt x="1441" y="1250"/>
                  </a:lnTo>
                  <a:lnTo>
                    <a:pt x="14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4" name="Google Shape;1554;p25"/>
            <p:cNvSpPr/>
            <p:nvPr/>
          </p:nvSpPr>
          <p:spPr>
            <a:xfrm>
              <a:off x="2539979" y="2816085"/>
              <a:ext cx="128799" cy="119042"/>
            </a:xfrm>
            <a:custGeom>
              <a:avLst/>
              <a:gdLst/>
              <a:ahLst/>
              <a:cxnLst/>
              <a:rect l="l" t="t" r="r" b="b"/>
              <a:pathLst>
                <a:path w="2823" h="2609" extrusionOk="0">
                  <a:moveTo>
                    <a:pt x="1" y="1632"/>
                  </a:moveTo>
                  <a:lnTo>
                    <a:pt x="1" y="2608"/>
                  </a:lnTo>
                  <a:lnTo>
                    <a:pt x="2822" y="977"/>
                  </a:lnTo>
                  <a:lnTo>
                    <a:pt x="2822" y="1"/>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5" name="Google Shape;1555;p25"/>
            <p:cNvSpPr/>
            <p:nvPr/>
          </p:nvSpPr>
          <p:spPr>
            <a:xfrm>
              <a:off x="2553575" y="2832921"/>
              <a:ext cx="104892" cy="87514"/>
            </a:xfrm>
            <a:custGeom>
              <a:avLst/>
              <a:gdLst/>
              <a:ahLst/>
              <a:cxnLst/>
              <a:rect l="l" t="t" r="r" b="b"/>
              <a:pathLst>
                <a:path w="2299" h="1918" extrusionOk="0">
                  <a:moveTo>
                    <a:pt x="2298" y="1"/>
                  </a:moveTo>
                  <a:lnTo>
                    <a:pt x="2024" y="168"/>
                  </a:lnTo>
                  <a:lnTo>
                    <a:pt x="2024" y="406"/>
                  </a:lnTo>
                  <a:lnTo>
                    <a:pt x="2298" y="239"/>
                  </a:lnTo>
                  <a:lnTo>
                    <a:pt x="2298" y="1"/>
                  </a:lnTo>
                  <a:close/>
                  <a:moveTo>
                    <a:pt x="1893" y="239"/>
                  </a:moveTo>
                  <a:lnTo>
                    <a:pt x="1620" y="394"/>
                  </a:lnTo>
                  <a:lnTo>
                    <a:pt x="1620" y="632"/>
                  </a:lnTo>
                  <a:lnTo>
                    <a:pt x="1893" y="477"/>
                  </a:lnTo>
                  <a:lnTo>
                    <a:pt x="1893" y="239"/>
                  </a:lnTo>
                  <a:close/>
                  <a:moveTo>
                    <a:pt x="2298" y="358"/>
                  </a:moveTo>
                  <a:lnTo>
                    <a:pt x="2024" y="513"/>
                  </a:lnTo>
                  <a:lnTo>
                    <a:pt x="2024" y="751"/>
                  </a:lnTo>
                  <a:lnTo>
                    <a:pt x="2298" y="584"/>
                  </a:lnTo>
                  <a:lnTo>
                    <a:pt x="2298" y="358"/>
                  </a:lnTo>
                  <a:close/>
                  <a:moveTo>
                    <a:pt x="1489" y="477"/>
                  </a:moveTo>
                  <a:lnTo>
                    <a:pt x="1215" y="632"/>
                  </a:lnTo>
                  <a:lnTo>
                    <a:pt x="1215" y="870"/>
                  </a:lnTo>
                  <a:lnTo>
                    <a:pt x="1489" y="715"/>
                  </a:lnTo>
                  <a:lnTo>
                    <a:pt x="1489" y="477"/>
                  </a:lnTo>
                  <a:close/>
                  <a:moveTo>
                    <a:pt x="1893" y="584"/>
                  </a:moveTo>
                  <a:lnTo>
                    <a:pt x="1620" y="751"/>
                  </a:lnTo>
                  <a:lnTo>
                    <a:pt x="1620" y="989"/>
                  </a:lnTo>
                  <a:lnTo>
                    <a:pt x="1893" y="822"/>
                  </a:lnTo>
                  <a:lnTo>
                    <a:pt x="1893" y="584"/>
                  </a:lnTo>
                  <a:close/>
                  <a:moveTo>
                    <a:pt x="1084" y="703"/>
                  </a:moveTo>
                  <a:lnTo>
                    <a:pt x="810" y="858"/>
                  </a:lnTo>
                  <a:lnTo>
                    <a:pt x="810" y="1108"/>
                  </a:lnTo>
                  <a:lnTo>
                    <a:pt x="1084" y="942"/>
                  </a:lnTo>
                  <a:lnTo>
                    <a:pt x="1084" y="703"/>
                  </a:lnTo>
                  <a:close/>
                  <a:moveTo>
                    <a:pt x="1489" y="822"/>
                  </a:moveTo>
                  <a:lnTo>
                    <a:pt x="1215" y="977"/>
                  </a:lnTo>
                  <a:lnTo>
                    <a:pt x="1215" y="1215"/>
                  </a:lnTo>
                  <a:lnTo>
                    <a:pt x="1489" y="1061"/>
                  </a:lnTo>
                  <a:lnTo>
                    <a:pt x="1489" y="822"/>
                  </a:lnTo>
                  <a:close/>
                  <a:moveTo>
                    <a:pt x="679" y="942"/>
                  </a:moveTo>
                  <a:lnTo>
                    <a:pt x="405" y="1096"/>
                  </a:lnTo>
                  <a:lnTo>
                    <a:pt x="405" y="1334"/>
                  </a:lnTo>
                  <a:lnTo>
                    <a:pt x="679" y="1180"/>
                  </a:lnTo>
                  <a:lnTo>
                    <a:pt x="679" y="942"/>
                  </a:lnTo>
                  <a:close/>
                  <a:moveTo>
                    <a:pt x="1084" y="1049"/>
                  </a:moveTo>
                  <a:lnTo>
                    <a:pt x="810" y="1215"/>
                  </a:lnTo>
                  <a:lnTo>
                    <a:pt x="810" y="1453"/>
                  </a:lnTo>
                  <a:lnTo>
                    <a:pt x="1084" y="1287"/>
                  </a:lnTo>
                  <a:lnTo>
                    <a:pt x="1084" y="1049"/>
                  </a:lnTo>
                  <a:close/>
                  <a:moveTo>
                    <a:pt x="274" y="1168"/>
                  </a:moveTo>
                  <a:lnTo>
                    <a:pt x="0" y="1311"/>
                  </a:lnTo>
                  <a:lnTo>
                    <a:pt x="0" y="1549"/>
                  </a:lnTo>
                  <a:lnTo>
                    <a:pt x="274" y="1406"/>
                  </a:lnTo>
                  <a:lnTo>
                    <a:pt x="274" y="1168"/>
                  </a:lnTo>
                  <a:close/>
                  <a:moveTo>
                    <a:pt x="679" y="1287"/>
                  </a:moveTo>
                  <a:lnTo>
                    <a:pt x="405" y="1442"/>
                  </a:lnTo>
                  <a:lnTo>
                    <a:pt x="405" y="1680"/>
                  </a:lnTo>
                  <a:lnTo>
                    <a:pt x="679" y="1525"/>
                  </a:lnTo>
                  <a:lnTo>
                    <a:pt x="679" y="1287"/>
                  </a:lnTo>
                  <a:close/>
                  <a:moveTo>
                    <a:pt x="274" y="1513"/>
                  </a:moveTo>
                  <a:lnTo>
                    <a:pt x="0" y="1680"/>
                  </a:lnTo>
                  <a:lnTo>
                    <a:pt x="0" y="1918"/>
                  </a:lnTo>
                  <a:lnTo>
                    <a:pt x="274" y="1751"/>
                  </a:lnTo>
                  <a:lnTo>
                    <a:pt x="274" y="151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6" name="Google Shape;1556;p25"/>
            <p:cNvSpPr/>
            <p:nvPr/>
          </p:nvSpPr>
          <p:spPr>
            <a:xfrm>
              <a:off x="2467751" y="2923765"/>
              <a:ext cx="36409" cy="42205"/>
            </a:xfrm>
            <a:custGeom>
              <a:avLst/>
              <a:gdLst/>
              <a:ahLst/>
              <a:cxnLst/>
              <a:rect l="l" t="t" r="r" b="b"/>
              <a:pathLst>
                <a:path w="798" h="925" extrusionOk="0">
                  <a:moveTo>
                    <a:pt x="750" y="1"/>
                  </a:moveTo>
                  <a:cubicBezTo>
                    <a:pt x="739" y="1"/>
                    <a:pt x="727" y="4"/>
                    <a:pt x="715" y="10"/>
                  </a:cubicBezTo>
                  <a:cubicBezTo>
                    <a:pt x="667" y="34"/>
                    <a:pt x="643" y="82"/>
                    <a:pt x="643" y="141"/>
                  </a:cubicBezTo>
                  <a:cubicBezTo>
                    <a:pt x="643" y="178"/>
                    <a:pt x="664" y="193"/>
                    <a:pt x="690" y="193"/>
                  </a:cubicBezTo>
                  <a:cubicBezTo>
                    <a:pt x="698" y="193"/>
                    <a:pt x="706" y="192"/>
                    <a:pt x="715" y="189"/>
                  </a:cubicBezTo>
                  <a:cubicBezTo>
                    <a:pt x="762" y="153"/>
                    <a:pt x="786" y="105"/>
                    <a:pt x="798" y="58"/>
                  </a:cubicBezTo>
                  <a:cubicBezTo>
                    <a:pt x="798" y="23"/>
                    <a:pt x="779" y="1"/>
                    <a:pt x="750" y="1"/>
                  </a:cubicBezTo>
                  <a:close/>
                  <a:moveTo>
                    <a:pt x="433" y="179"/>
                  </a:moveTo>
                  <a:cubicBezTo>
                    <a:pt x="424" y="179"/>
                    <a:pt x="415" y="182"/>
                    <a:pt x="405" y="189"/>
                  </a:cubicBezTo>
                  <a:cubicBezTo>
                    <a:pt x="357" y="224"/>
                    <a:pt x="334" y="272"/>
                    <a:pt x="322" y="320"/>
                  </a:cubicBezTo>
                  <a:cubicBezTo>
                    <a:pt x="322" y="355"/>
                    <a:pt x="341" y="377"/>
                    <a:pt x="370" y="377"/>
                  </a:cubicBezTo>
                  <a:cubicBezTo>
                    <a:pt x="380" y="377"/>
                    <a:pt x="392" y="374"/>
                    <a:pt x="405" y="367"/>
                  </a:cubicBezTo>
                  <a:cubicBezTo>
                    <a:pt x="453" y="344"/>
                    <a:pt x="476" y="284"/>
                    <a:pt x="476" y="236"/>
                  </a:cubicBezTo>
                  <a:cubicBezTo>
                    <a:pt x="476" y="202"/>
                    <a:pt x="457" y="179"/>
                    <a:pt x="433" y="179"/>
                  </a:cubicBezTo>
                  <a:close/>
                  <a:moveTo>
                    <a:pt x="757" y="355"/>
                  </a:moveTo>
                  <a:cubicBezTo>
                    <a:pt x="745" y="355"/>
                    <a:pt x="730" y="359"/>
                    <a:pt x="715" y="367"/>
                  </a:cubicBezTo>
                  <a:cubicBezTo>
                    <a:pt x="667" y="391"/>
                    <a:pt x="643" y="439"/>
                    <a:pt x="643" y="486"/>
                  </a:cubicBezTo>
                  <a:cubicBezTo>
                    <a:pt x="643" y="521"/>
                    <a:pt x="662" y="543"/>
                    <a:pt x="686" y="543"/>
                  </a:cubicBezTo>
                  <a:cubicBezTo>
                    <a:pt x="695" y="543"/>
                    <a:pt x="705" y="540"/>
                    <a:pt x="715" y="534"/>
                  </a:cubicBezTo>
                  <a:cubicBezTo>
                    <a:pt x="762" y="510"/>
                    <a:pt x="786" y="463"/>
                    <a:pt x="798" y="403"/>
                  </a:cubicBezTo>
                  <a:cubicBezTo>
                    <a:pt x="798" y="371"/>
                    <a:pt x="782" y="355"/>
                    <a:pt x="757" y="355"/>
                  </a:cubicBezTo>
                  <a:close/>
                  <a:moveTo>
                    <a:pt x="105" y="370"/>
                  </a:moveTo>
                  <a:cubicBezTo>
                    <a:pt x="95" y="370"/>
                    <a:pt x="84" y="373"/>
                    <a:pt x="72" y="379"/>
                  </a:cubicBezTo>
                  <a:cubicBezTo>
                    <a:pt x="24" y="415"/>
                    <a:pt x="0" y="463"/>
                    <a:pt x="0" y="510"/>
                  </a:cubicBezTo>
                  <a:cubicBezTo>
                    <a:pt x="0" y="545"/>
                    <a:pt x="19" y="567"/>
                    <a:pt x="44" y="567"/>
                  </a:cubicBezTo>
                  <a:cubicBezTo>
                    <a:pt x="52" y="567"/>
                    <a:pt x="62" y="564"/>
                    <a:pt x="72" y="558"/>
                  </a:cubicBezTo>
                  <a:cubicBezTo>
                    <a:pt x="119" y="534"/>
                    <a:pt x="143" y="475"/>
                    <a:pt x="143" y="427"/>
                  </a:cubicBezTo>
                  <a:cubicBezTo>
                    <a:pt x="143" y="392"/>
                    <a:pt x="130" y="370"/>
                    <a:pt x="105" y="370"/>
                  </a:cubicBezTo>
                  <a:close/>
                  <a:moveTo>
                    <a:pt x="433" y="537"/>
                  </a:moveTo>
                  <a:cubicBezTo>
                    <a:pt x="424" y="537"/>
                    <a:pt x="415" y="540"/>
                    <a:pt x="405" y="546"/>
                  </a:cubicBezTo>
                  <a:cubicBezTo>
                    <a:pt x="357" y="570"/>
                    <a:pt x="334" y="617"/>
                    <a:pt x="322" y="677"/>
                  </a:cubicBezTo>
                  <a:cubicBezTo>
                    <a:pt x="322" y="712"/>
                    <a:pt x="341" y="734"/>
                    <a:pt x="370" y="734"/>
                  </a:cubicBezTo>
                  <a:cubicBezTo>
                    <a:pt x="380" y="734"/>
                    <a:pt x="392" y="731"/>
                    <a:pt x="405" y="725"/>
                  </a:cubicBezTo>
                  <a:cubicBezTo>
                    <a:pt x="453" y="689"/>
                    <a:pt x="476" y="641"/>
                    <a:pt x="476" y="594"/>
                  </a:cubicBezTo>
                  <a:cubicBezTo>
                    <a:pt x="476" y="559"/>
                    <a:pt x="457" y="537"/>
                    <a:pt x="433" y="537"/>
                  </a:cubicBezTo>
                  <a:close/>
                  <a:moveTo>
                    <a:pt x="105" y="727"/>
                  </a:moveTo>
                  <a:cubicBezTo>
                    <a:pt x="95" y="727"/>
                    <a:pt x="84" y="730"/>
                    <a:pt x="72" y="736"/>
                  </a:cubicBezTo>
                  <a:cubicBezTo>
                    <a:pt x="24" y="760"/>
                    <a:pt x="0" y="808"/>
                    <a:pt x="0" y="867"/>
                  </a:cubicBezTo>
                  <a:cubicBezTo>
                    <a:pt x="0" y="902"/>
                    <a:pt x="19" y="924"/>
                    <a:pt x="44" y="924"/>
                  </a:cubicBezTo>
                  <a:cubicBezTo>
                    <a:pt x="52" y="924"/>
                    <a:pt x="62" y="921"/>
                    <a:pt x="72" y="915"/>
                  </a:cubicBezTo>
                  <a:cubicBezTo>
                    <a:pt x="119" y="879"/>
                    <a:pt x="143" y="832"/>
                    <a:pt x="143" y="784"/>
                  </a:cubicBezTo>
                  <a:cubicBezTo>
                    <a:pt x="143" y="749"/>
                    <a:pt x="130" y="727"/>
                    <a:pt x="105" y="72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7" name="Google Shape;1557;p25"/>
            <p:cNvSpPr/>
            <p:nvPr/>
          </p:nvSpPr>
          <p:spPr>
            <a:xfrm>
              <a:off x="2168390" y="2759599"/>
              <a:ext cx="512871" cy="318936"/>
            </a:xfrm>
            <a:custGeom>
              <a:avLst/>
              <a:gdLst/>
              <a:ahLst/>
              <a:cxnLst/>
              <a:rect l="l" t="t" r="r" b="b"/>
              <a:pathLst>
                <a:path w="11241" h="6990" extrusionOk="0">
                  <a:moveTo>
                    <a:pt x="11240" y="501"/>
                  </a:moveTo>
                  <a:lnTo>
                    <a:pt x="10371" y="1"/>
                  </a:lnTo>
                  <a:lnTo>
                    <a:pt x="1" y="5989"/>
                  </a:lnTo>
                  <a:lnTo>
                    <a:pt x="1" y="6990"/>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8" name="Google Shape;1558;p25"/>
            <p:cNvSpPr/>
            <p:nvPr/>
          </p:nvSpPr>
          <p:spPr>
            <a:xfrm>
              <a:off x="2168390" y="2645531"/>
              <a:ext cx="512871" cy="387377"/>
            </a:xfrm>
            <a:custGeom>
              <a:avLst/>
              <a:gdLst/>
              <a:ahLst/>
              <a:cxnLst/>
              <a:rect l="l" t="t" r="r" b="b"/>
              <a:pathLst>
                <a:path w="11241" h="8490" extrusionOk="0">
                  <a:moveTo>
                    <a:pt x="1" y="6489"/>
                  </a:moveTo>
                  <a:lnTo>
                    <a:pt x="1" y="8489"/>
                  </a:lnTo>
                  <a:lnTo>
                    <a:pt x="11240" y="2001"/>
                  </a:lnTo>
                  <a:lnTo>
                    <a:pt x="11240"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9" name="Google Shape;1559;p25"/>
            <p:cNvSpPr/>
            <p:nvPr/>
          </p:nvSpPr>
          <p:spPr>
            <a:xfrm>
              <a:off x="2200466" y="2819918"/>
              <a:ext cx="221646" cy="168959"/>
            </a:xfrm>
            <a:custGeom>
              <a:avLst/>
              <a:gdLst/>
              <a:ahLst/>
              <a:cxnLst/>
              <a:rect l="l" t="t" r="r" b="b"/>
              <a:pathLst>
                <a:path w="4858" h="3703" extrusionOk="0">
                  <a:moveTo>
                    <a:pt x="0" y="2798"/>
                  </a:moveTo>
                  <a:lnTo>
                    <a:pt x="0" y="3703"/>
                  </a:lnTo>
                  <a:lnTo>
                    <a:pt x="4858" y="905"/>
                  </a:lnTo>
                  <a:lnTo>
                    <a:pt x="4858" y="0"/>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0" name="Google Shape;1560;p25"/>
            <p:cNvSpPr/>
            <p:nvPr/>
          </p:nvSpPr>
          <p:spPr>
            <a:xfrm>
              <a:off x="2453059" y="2757408"/>
              <a:ext cx="65791" cy="95681"/>
            </a:xfrm>
            <a:custGeom>
              <a:avLst/>
              <a:gdLst/>
              <a:ahLst/>
              <a:cxnLst/>
              <a:rect l="l" t="t" r="r" b="b"/>
              <a:pathLst>
                <a:path w="1442" h="2097" extrusionOk="0">
                  <a:moveTo>
                    <a:pt x="1441" y="1"/>
                  </a:moveTo>
                  <a:lnTo>
                    <a:pt x="1" y="834"/>
                  </a:lnTo>
                  <a:lnTo>
                    <a:pt x="1" y="2096"/>
                  </a:lnTo>
                  <a:lnTo>
                    <a:pt x="1441" y="1263"/>
                  </a:lnTo>
                  <a:lnTo>
                    <a:pt x="14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1" name="Google Shape;1561;p25"/>
            <p:cNvSpPr/>
            <p:nvPr/>
          </p:nvSpPr>
          <p:spPr>
            <a:xfrm>
              <a:off x="2539979" y="2679204"/>
              <a:ext cx="128799" cy="118997"/>
            </a:xfrm>
            <a:custGeom>
              <a:avLst/>
              <a:gdLst/>
              <a:ahLst/>
              <a:cxnLst/>
              <a:rect l="l" t="t" r="r" b="b"/>
              <a:pathLst>
                <a:path w="2823" h="2608" extrusionOk="0">
                  <a:moveTo>
                    <a:pt x="1" y="1632"/>
                  </a:moveTo>
                  <a:lnTo>
                    <a:pt x="1" y="2608"/>
                  </a:lnTo>
                  <a:lnTo>
                    <a:pt x="2822" y="977"/>
                  </a:lnTo>
                  <a:lnTo>
                    <a:pt x="2822"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2" name="Google Shape;1562;p25"/>
            <p:cNvSpPr/>
            <p:nvPr/>
          </p:nvSpPr>
          <p:spPr>
            <a:xfrm>
              <a:off x="2553575" y="2696587"/>
              <a:ext cx="104892" cy="86966"/>
            </a:xfrm>
            <a:custGeom>
              <a:avLst/>
              <a:gdLst/>
              <a:ahLst/>
              <a:cxnLst/>
              <a:rect l="l" t="t" r="r" b="b"/>
              <a:pathLst>
                <a:path w="2299" h="1906" extrusionOk="0">
                  <a:moveTo>
                    <a:pt x="2298" y="0"/>
                  </a:moveTo>
                  <a:lnTo>
                    <a:pt x="2024" y="155"/>
                  </a:lnTo>
                  <a:lnTo>
                    <a:pt x="2024" y="393"/>
                  </a:lnTo>
                  <a:lnTo>
                    <a:pt x="2298" y="239"/>
                  </a:lnTo>
                  <a:lnTo>
                    <a:pt x="2298" y="0"/>
                  </a:lnTo>
                  <a:close/>
                  <a:moveTo>
                    <a:pt x="1893" y="239"/>
                  </a:moveTo>
                  <a:lnTo>
                    <a:pt x="1620" y="393"/>
                  </a:lnTo>
                  <a:lnTo>
                    <a:pt x="1620" y="631"/>
                  </a:lnTo>
                  <a:lnTo>
                    <a:pt x="1893" y="477"/>
                  </a:lnTo>
                  <a:lnTo>
                    <a:pt x="1893" y="239"/>
                  </a:lnTo>
                  <a:close/>
                  <a:moveTo>
                    <a:pt x="2298" y="346"/>
                  </a:moveTo>
                  <a:lnTo>
                    <a:pt x="2024" y="501"/>
                  </a:lnTo>
                  <a:lnTo>
                    <a:pt x="2024" y="739"/>
                  </a:lnTo>
                  <a:lnTo>
                    <a:pt x="2298" y="584"/>
                  </a:lnTo>
                  <a:lnTo>
                    <a:pt x="2298" y="346"/>
                  </a:lnTo>
                  <a:close/>
                  <a:moveTo>
                    <a:pt x="1489" y="465"/>
                  </a:moveTo>
                  <a:lnTo>
                    <a:pt x="1215" y="620"/>
                  </a:lnTo>
                  <a:lnTo>
                    <a:pt x="1215" y="858"/>
                  </a:lnTo>
                  <a:lnTo>
                    <a:pt x="1489" y="703"/>
                  </a:lnTo>
                  <a:lnTo>
                    <a:pt x="1489" y="465"/>
                  </a:lnTo>
                  <a:close/>
                  <a:moveTo>
                    <a:pt x="1893" y="584"/>
                  </a:moveTo>
                  <a:lnTo>
                    <a:pt x="1620" y="739"/>
                  </a:lnTo>
                  <a:lnTo>
                    <a:pt x="1620" y="977"/>
                  </a:lnTo>
                  <a:lnTo>
                    <a:pt x="1893" y="822"/>
                  </a:lnTo>
                  <a:lnTo>
                    <a:pt x="1893" y="584"/>
                  </a:lnTo>
                  <a:close/>
                  <a:moveTo>
                    <a:pt x="1084" y="703"/>
                  </a:moveTo>
                  <a:lnTo>
                    <a:pt x="810" y="858"/>
                  </a:lnTo>
                  <a:lnTo>
                    <a:pt x="810" y="1096"/>
                  </a:lnTo>
                  <a:lnTo>
                    <a:pt x="1084" y="941"/>
                  </a:lnTo>
                  <a:lnTo>
                    <a:pt x="1084" y="703"/>
                  </a:lnTo>
                  <a:close/>
                  <a:moveTo>
                    <a:pt x="1489" y="822"/>
                  </a:moveTo>
                  <a:lnTo>
                    <a:pt x="1215" y="977"/>
                  </a:lnTo>
                  <a:lnTo>
                    <a:pt x="1215" y="1215"/>
                  </a:lnTo>
                  <a:lnTo>
                    <a:pt x="1489" y="1048"/>
                  </a:lnTo>
                  <a:lnTo>
                    <a:pt x="1489" y="822"/>
                  </a:lnTo>
                  <a:close/>
                  <a:moveTo>
                    <a:pt x="679" y="929"/>
                  </a:moveTo>
                  <a:lnTo>
                    <a:pt x="405" y="1084"/>
                  </a:lnTo>
                  <a:lnTo>
                    <a:pt x="405" y="1322"/>
                  </a:lnTo>
                  <a:lnTo>
                    <a:pt x="679" y="1167"/>
                  </a:lnTo>
                  <a:lnTo>
                    <a:pt x="679" y="929"/>
                  </a:lnTo>
                  <a:close/>
                  <a:moveTo>
                    <a:pt x="1084" y="1048"/>
                  </a:moveTo>
                  <a:lnTo>
                    <a:pt x="810" y="1203"/>
                  </a:lnTo>
                  <a:lnTo>
                    <a:pt x="810" y="1441"/>
                  </a:lnTo>
                  <a:lnTo>
                    <a:pt x="1084" y="1286"/>
                  </a:lnTo>
                  <a:lnTo>
                    <a:pt x="1084" y="1048"/>
                  </a:lnTo>
                  <a:close/>
                  <a:moveTo>
                    <a:pt x="274" y="1167"/>
                  </a:moveTo>
                  <a:lnTo>
                    <a:pt x="0" y="1322"/>
                  </a:lnTo>
                  <a:lnTo>
                    <a:pt x="0" y="1560"/>
                  </a:lnTo>
                  <a:lnTo>
                    <a:pt x="274" y="1405"/>
                  </a:lnTo>
                  <a:lnTo>
                    <a:pt x="274" y="1167"/>
                  </a:lnTo>
                  <a:close/>
                  <a:moveTo>
                    <a:pt x="679" y="1274"/>
                  </a:moveTo>
                  <a:lnTo>
                    <a:pt x="405" y="1441"/>
                  </a:lnTo>
                  <a:lnTo>
                    <a:pt x="405" y="1679"/>
                  </a:lnTo>
                  <a:lnTo>
                    <a:pt x="679" y="1513"/>
                  </a:lnTo>
                  <a:lnTo>
                    <a:pt x="679" y="1274"/>
                  </a:lnTo>
                  <a:close/>
                  <a:moveTo>
                    <a:pt x="274" y="1513"/>
                  </a:moveTo>
                  <a:lnTo>
                    <a:pt x="0" y="1667"/>
                  </a:lnTo>
                  <a:lnTo>
                    <a:pt x="0" y="1905"/>
                  </a:lnTo>
                  <a:lnTo>
                    <a:pt x="274" y="1751"/>
                  </a:lnTo>
                  <a:lnTo>
                    <a:pt x="274" y="151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3" name="Google Shape;1563;p25"/>
            <p:cNvSpPr/>
            <p:nvPr/>
          </p:nvSpPr>
          <p:spPr>
            <a:xfrm>
              <a:off x="2467751" y="2786884"/>
              <a:ext cx="36409" cy="42160"/>
            </a:xfrm>
            <a:custGeom>
              <a:avLst/>
              <a:gdLst/>
              <a:ahLst/>
              <a:cxnLst/>
              <a:rect l="l" t="t" r="r" b="b"/>
              <a:pathLst>
                <a:path w="798" h="924" extrusionOk="0">
                  <a:moveTo>
                    <a:pt x="750" y="0"/>
                  </a:moveTo>
                  <a:cubicBezTo>
                    <a:pt x="739" y="0"/>
                    <a:pt x="727" y="3"/>
                    <a:pt x="715" y="10"/>
                  </a:cubicBezTo>
                  <a:cubicBezTo>
                    <a:pt x="667" y="46"/>
                    <a:pt x="643" y="93"/>
                    <a:pt x="643" y="141"/>
                  </a:cubicBezTo>
                  <a:cubicBezTo>
                    <a:pt x="643" y="176"/>
                    <a:pt x="662" y="198"/>
                    <a:pt x="686" y="198"/>
                  </a:cubicBezTo>
                  <a:cubicBezTo>
                    <a:pt x="695" y="198"/>
                    <a:pt x="705" y="195"/>
                    <a:pt x="715" y="188"/>
                  </a:cubicBezTo>
                  <a:cubicBezTo>
                    <a:pt x="762" y="165"/>
                    <a:pt x="786" y="117"/>
                    <a:pt x="798" y="57"/>
                  </a:cubicBezTo>
                  <a:cubicBezTo>
                    <a:pt x="798" y="23"/>
                    <a:pt x="779" y="0"/>
                    <a:pt x="750" y="0"/>
                  </a:cubicBezTo>
                  <a:close/>
                  <a:moveTo>
                    <a:pt x="433" y="191"/>
                  </a:moveTo>
                  <a:cubicBezTo>
                    <a:pt x="424" y="191"/>
                    <a:pt x="415" y="194"/>
                    <a:pt x="405" y="200"/>
                  </a:cubicBezTo>
                  <a:cubicBezTo>
                    <a:pt x="357" y="224"/>
                    <a:pt x="334" y="272"/>
                    <a:pt x="322" y="331"/>
                  </a:cubicBezTo>
                  <a:cubicBezTo>
                    <a:pt x="322" y="363"/>
                    <a:pt x="337" y="379"/>
                    <a:pt x="362" y="379"/>
                  </a:cubicBezTo>
                  <a:cubicBezTo>
                    <a:pt x="375" y="379"/>
                    <a:pt x="389" y="375"/>
                    <a:pt x="405" y="367"/>
                  </a:cubicBezTo>
                  <a:cubicBezTo>
                    <a:pt x="453" y="343"/>
                    <a:pt x="476" y="296"/>
                    <a:pt x="476" y="248"/>
                  </a:cubicBezTo>
                  <a:cubicBezTo>
                    <a:pt x="476" y="213"/>
                    <a:pt x="457" y="191"/>
                    <a:pt x="433" y="191"/>
                  </a:cubicBezTo>
                  <a:close/>
                  <a:moveTo>
                    <a:pt x="750" y="358"/>
                  </a:moveTo>
                  <a:cubicBezTo>
                    <a:pt x="739" y="358"/>
                    <a:pt x="727" y="361"/>
                    <a:pt x="715" y="367"/>
                  </a:cubicBezTo>
                  <a:cubicBezTo>
                    <a:pt x="667" y="391"/>
                    <a:pt x="643" y="450"/>
                    <a:pt x="643" y="498"/>
                  </a:cubicBezTo>
                  <a:cubicBezTo>
                    <a:pt x="643" y="533"/>
                    <a:pt x="662" y="555"/>
                    <a:pt x="686" y="555"/>
                  </a:cubicBezTo>
                  <a:cubicBezTo>
                    <a:pt x="695" y="555"/>
                    <a:pt x="705" y="552"/>
                    <a:pt x="715" y="546"/>
                  </a:cubicBezTo>
                  <a:cubicBezTo>
                    <a:pt x="762" y="510"/>
                    <a:pt x="786" y="462"/>
                    <a:pt x="798" y="415"/>
                  </a:cubicBezTo>
                  <a:cubicBezTo>
                    <a:pt x="798" y="380"/>
                    <a:pt x="779" y="358"/>
                    <a:pt x="750" y="358"/>
                  </a:cubicBezTo>
                  <a:close/>
                  <a:moveTo>
                    <a:pt x="110" y="379"/>
                  </a:moveTo>
                  <a:cubicBezTo>
                    <a:pt x="99" y="379"/>
                    <a:pt x="87" y="383"/>
                    <a:pt x="72" y="391"/>
                  </a:cubicBezTo>
                  <a:cubicBezTo>
                    <a:pt x="24" y="415"/>
                    <a:pt x="0" y="462"/>
                    <a:pt x="0" y="522"/>
                  </a:cubicBezTo>
                  <a:cubicBezTo>
                    <a:pt x="0" y="548"/>
                    <a:pt x="19" y="567"/>
                    <a:pt x="42" y="567"/>
                  </a:cubicBezTo>
                  <a:cubicBezTo>
                    <a:pt x="52" y="567"/>
                    <a:pt x="62" y="564"/>
                    <a:pt x="72" y="557"/>
                  </a:cubicBezTo>
                  <a:cubicBezTo>
                    <a:pt x="119" y="534"/>
                    <a:pt x="143" y="486"/>
                    <a:pt x="143" y="438"/>
                  </a:cubicBezTo>
                  <a:cubicBezTo>
                    <a:pt x="143" y="398"/>
                    <a:pt x="132" y="379"/>
                    <a:pt x="110" y="379"/>
                  </a:cubicBezTo>
                  <a:close/>
                  <a:moveTo>
                    <a:pt x="439" y="546"/>
                  </a:moveTo>
                  <a:cubicBezTo>
                    <a:pt x="429" y="546"/>
                    <a:pt x="417" y="550"/>
                    <a:pt x="405" y="557"/>
                  </a:cubicBezTo>
                  <a:cubicBezTo>
                    <a:pt x="357" y="581"/>
                    <a:pt x="334" y="629"/>
                    <a:pt x="322" y="677"/>
                  </a:cubicBezTo>
                  <a:cubicBezTo>
                    <a:pt x="322" y="711"/>
                    <a:pt x="341" y="734"/>
                    <a:pt x="370" y="734"/>
                  </a:cubicBezTo>
                  <a:cubicBezTo>
                    <a:pt x="380" y="734"/>
                    <a:pt x="392" y="731"/>
                    <a:pt x="405" y="724"/>
                  </a:cubicBezTo>
                  <a:cubicBezTo>
                    <a:pt x="453" y="700"/>
                    <a:pt x="476" y="653"/>
                    <a:pt x="476" y="593"/>
                  </a:cubicBezTo>
                  <a:cubicBezTo>
                    <a:pt x="476" y="561"/>
                    <a:pt x="461" y="546"/>
                    <a:pt x="439" y="546"/>
                  </a:cubicBezTo>
                  <a:close/>
                  <a:moveTo>
                    <a:pt x="111" y="736"/>
                  </a:moveTo>
                  <a:cubicBezTo>
                    <a:pt x="101" y="736"/>
                    <a:pt x="87" y="740"/>
                    <a:pt x="72" y="748"/>
                  </a:cubicBezTo>
                  <a:cubicBezTo>
                    <a:pt x="24" y="772"/>
                    <a:pt x="0" y="819"/>
                    <a:pt x="0" y="867"/>
                  </a:cubicBezTo>
                  <a:cubicBezTo>
                    <a:pt x="0" y="902"/>
                    <a:pt x="19" y="924"/>
                    <a:pt x="44" y="924"/>
                  </a:cubicBezTo>
                  <a:cubicBezTo>
                    <a:pt x="52" y="924"/>
                    <a:pt x="62" y="921"/>
                    <a:pt x="72" y="915"/>
                  </a:cubicBezTo>
                  <a:cubicBezTo>
                    <a:pt x="119" y="891"/>
                    <a:pt x="143" y="843"/>
                    <a:pt x="143" y="784"/>
                  </a:cubicBezTo>
                  <a:cubicBezTo>
                    <a:pt x="143" y="752"/>
                    <a:pt x="132" y="736"/>
                    <a:pt x="111" y="73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4" name="Google Shape;1564;p25"/>
            <p:cNvSpPr/>
            <p:nvPr/>
          </p:nvSpPr>
          <p:spPr>
            <a:xfrm>
              <a:off x="2168390" y="2623265"/>
              <a:ext cx="512871" cy="318389"/>
            </a:xfrm>
            <a:custGeom>
              <a:avLst/>
              <a:gdLst/>
              <a:ahLst/>
              <a:cxnLst/>
              <a:rect l="l" t="t" r="r" b="b"/>
              <a:pathLst>
                <a:path w="11241" h="6978" extrusionOk="0">
                  <a:moveTo>
                    <a:pt x="11240" y="488"/>
                  </a:moveTo>
                  <a:lnTo>
                    <a:pt x="10371" y="0"/>
                  </a:lnTo>
                  <a:lnTo>
                    <a:pt x="1" y="5989"/>
                  </a:lnTo>
                  <a:lnTo>
                    <a:pt x="1" y="6977"/>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5" name="Google Shape;1565;p25"/>
            <p:cNvSpPr/>
            <p:nvPr/>
          </p:nvSpPr>
          <p:spPr>
            <a:xfrm>
              <a:off x="1576240" y="1917048"/>
              <a:ext cx="144038" cy="1465190"/>
            </a:xfrm>
            <a:custGeom>
              <a:avLst/>
              <a:gdLst/>
              <a:ahLst/>
              <a:cxnLst/>
              <a:rect l="l" t="t" r="r" b="b"/>
              <a:pathLst>
                <a:path w="3157" h="32112" extrusionOk="0">
                  <a:moveTo>
                    <a:pt x="1" y="0"/>
                  </a:moveTo>
                  <a:lnTo>
                    <a:pt x="561" y="321"/>
                  </a:lnTo>
                  <a:lnTo>
                    <a:pt x="561" y="3322"/>
                  </a:lnTo>
                  <a:lnTo>
                    <a:pt x="1" y="3000"/>
                  </a:lnTo>
                  <a:close/>
                  <a:moveTo>
                    <a:pt x="870" y="3489"/>
                  </a:moveTo>
                  <a:lnTo>
                    <a:pt x="1430" y="3810"/>
                  </a:lnTo>
                  <a:lnTo>
                    <a:pt x="1430" y="810"/>
                  </a:lnTo>
                  <a:lnTo>
                    <a:pt x="870" y="500"/>
                  </a:lnTo>
                  <a:close/>
                  <a:moveTo>
                    <a:pt x="1739" y="3989"/>
                  </a:moveTo>
                  <a:lnTo>
                    <a:pt x="2287" y="4310"/>
                  </a:lnTo>
                  <a:lnTo>
                    <a:pt x="2287" y="1322"/>
                  </a:lnTo>
                  <a:lnTo>
                    <a:pt x="1739" y="1000"/>
                  </a:lnTo>
                  <a:close/>
                  <a:moveTo>
                    <a:pt x="2597" y="4489"/>
                  </a:moveTo>
                  <a:lnTo>
                    <a:pt x="3156" y="4810"/>
                  </a:lnTo>
                  <a:lnTo>
                    <a:pt x="3156" y="1810"/>
                  </a:lnTo>
                  <a:lnTo>
                    <a:pt x="2597" y="1500"/>
                  </a:lnTo>
                  <a:close/>
                  <a:moveTo>
                    <a:pt x="1" y="6310"/>
                  </a:moveTo>
                  <a:lnTo>
                    <a:pt x="561" y="6620"/>
                  </a:lnTo>
                  <a:lnTo>
                    <a:pt x="561" y="3631"/>
                  </a:lnTo>
                  <a:lnTo>
                    <a:pt x="1" y="3310"/>
                  </a:lnTo>
                  <a:close/>
                  <a:moveTo>
                    <a:pt x="870" y="6810"/>
                  </a:moveTo>
                  <a:lnTo>
                    <a:pt x="1430" y="7120"/>
                  </a:lnTo>
                  <a:lnTo>
                    <a:pt x="1430" y="4131"/>
                  </a:lnTo>
                  <a:lnTo>
                    <a:pt x="870" y="3810"/>
                  </a:lnTo>
                  <a:close/>
                  <a:moveTo>
                    <a:pt x="1727" y="7310"/>
                  </a:moveTo>
                  <a:lnTo>
                    <a:pt x="2287" y="7620"/>
                  </a:lnTo>
                  <a:lnTo>
                    <a:pt x="2287" y="4632"/>
                  </a:lnTo>
                  <a:lnTo>
                    <a:pt x="1727" y="4310"/>
                  </a:lnTo>
                  <a:close/>
                  <a:moveTo>
                    <a:pt x="2597" y="7811"/>
                  </a:moveTo>
                  <a:lnTo>
                    <a:pt x="3156" y="8120"/>
                  </a:lnTo>
                  <a:lnTo>
                    <a:pt x="3156" y="5132"/>
                  </a:lnTo>
                  <a:lnTo>
                    <a:pt x="2608" y="4810"/>
                  </a:lnTo>
                  <a:close/>
                  <a:moveTo>
                    <a:pt x="1" y="9620"/>
                  </a:moveTo>
                  <a:lnTo>
                    <a:pt x="561" y="9942"/>
                  </a:lnTo>
                  <a:lnTo>
                    <a:pt x="561" y="6941"/>
                  </a:lnTo>
                  <a:lnTo>
                    <a:pt x="1" y="6620"/>
                  </a:lnTo>
                  <a:close/>
                  <a:moveTo>
                    <a:pt x="870" y="10120"/>
                  </a:moveTo>
                  <a:lnTo>
                    <a:pt x="1430" y="10442"/>
                  </a:lnTo>
                  <a:lnTo>
                    <a:pt x="1430" y="7441"/>
                  </a:lnTo>
                  <a:lnTo>
                    <a:pt x="870" y="7120"/>
                  </a:lnTo>
                  <a:close/>
                  <a:moveTo>
                    <a:pt x="1727" y="10620"/>
                  </a:moveTo>
                  <a:lnTo>
                    <a:pt x="2287" y="10942"/>
                  </a:lnTo>
                  <a:lnTo>
                    <a:pt x="2287" y="7941"/>
                  </a:lnTo>
                  <a:lnTo>
                    <a:pt x="1727" y="7620"/>
                  </a:lnTo>
                  <a:close/>
                  <a:moveTo>
                    <a:pt x="2597" y="11120"/>
                  </a:moveTo>
                  <a:lnTo>
                    <a:pt x="3156" y="11430"/>
                  </a:lnTo>
                  <a:lnTo>
                    <a:pt x="3156" y="8442"/>
                  </a:lnTo>
                  <a:lnTo>
                    <a:pt x="2608" y="8120"/>
                  </a:lnTo>
                  <a:close/>
                  <a:moveTo>
                    <a:pt x="1" y="23670"/>
                  </a:moveTo>
                  <a:lnTo>
                    <a:pt x="561" y="23991"/>
                  </a:lnTo>
                  <a:lnTo>
                    <a:pt x="561" y="20991"/>
                  </a:lnTo>
                  <a:lnTo>
                    <a:pt x="1" y="20669"/>
                  </a:lnTo>
                  <a:close/>
                  <a:moveTo>
                    <a:pt x="870" y="24170"/>
                  </a:moveTo>
                  <a:lnTo>
                    <a:pt x="1430" y="24491"/>
                  </a:lnTo>
                  <a:lnTo>
                    <a:pt x="1430" y="21491"/>
                  </a:lnTo>
                  <a:lnTo>
                    <a:pt x="870" y="21169"/>
                  </a:lnTo>
                  <a:close/>
                  <a:moveTo>
                    <a:pt x="1727" y="24670"/>
                  </a:moveTo>
                  <a:lnTo>
                    <a:pt x="2287" y="24991"/>
                  </a:lnTo>
                  <a:lnTo>
                    <a:pt x="2287" y="21991"/>
                  </a:lnTo>
                  <a:lnTo>
                    <a:pt x="1727" y="21669"/>
                  </a:lnTo>
                  <a:close/>
                  <a:moveTo>
                    <a:pt x="2597" y="25170"/>
                  </a:moveTo>
                  <a:lnTo>
                    <a:pt x="3156" y="25491"/>
                  </a:lnTo>
                  <a:lnTo>
                    <a:pt x="3156" y="22491"/>
                  </a:lnTo>
                  <a:lnTo>
                    <a:pt x="2608" y="22169"/>
                  </a:lnTo>
                  <a:close/>
                  <a:moveTo>
                    <a:pt x="1" y="26980"/>
                  </a:moveTo>
                  <a:lnTo>
                    <a:pt x="561" y="27301"/>
                  </a:lnTo>
                  <a:lnTo>
                    <a:pt x="561" y="24301"/>
                  </a:lnTo>
                  <a:lnTo>
                    <a:pt x="1" y="23979"/>
                  </a:lnTo>
                  <a:close/>
                  <a:moveTo>
                    <a:pt x="870" y="27480"/>
                  </a:moveTo>
                  <a:lnTo>
                    <a:pt x="1430" y="27801"/>
                  </a:lnTo>
                  <a:lnTo>
                    <a:pt x="1430" y="24801"/>
                  </a:lnTo>
                  <a:lnTo>
                    <a:pt x="870" y="24491"/>
                  </a:lnTo>
                  <a:close/>
                  <a:moveTo>
                    <a:pt x="1739" y="27980"/>
                  </a:moveTo>
                  <a:lnTo>
                    <a:pt x="2287" y="28301"/>
                  </a:lnTo>
                  <a:lnTo>
                    <a:pt x="2287" y="25301"/>
                  </a:lnTo>
                  <a:lnTo>
                    <a:pt x="1739" y="24991"/>
                  </a:lnTo>
                  <a:close/>
                  <a:moveTo>
                    <a:pt x="2597" y="28480"/>
                  </a:moveTo>
                  <a:lnTo>
                    <a:pt x="3156" y="28801"/>
                  </a:lnTo>
                  <a:lnTo>
                    <a:pt x="3156" y="25801"/>
                  </a:lnTo>
                  <a:lnTo>
                    <a:pt x="2608" y="25491"/>
                  </a:lnTo>
                  <a:close/>
                  <a:moveTo>
                    <a:pt x="1" y="30289"/>
                  </a:moveTo>
                  <a:lnTo>
                    <a:pt x="561" y="30611"/>
                  </a:lnTo>
                  <a:lnTo>
                    <a:pt x="561" y="27622"/>
                  </a:lnTo>
                  <a:lnTo>
                    <a:pt x="1" y="27301"/>
                  </a:lnTo>
                  <a:close/>
                  <a:moveTo>
                    <a:pt x="870" y="30790"/>
                  </a:moveTo>
                  <a:lnTo>
                    <a:pt x="1430" y="31111"/>
                  </a:lnTo>
                  <a:lnTo>
                    <a:pt x="1430" y="28123"/>
                  </a:lnTo>
                  <a:lnTo>
                    <a:pt x="870" y="27801"/>
                  </a:lnTo>
                  <a:close/>
                  <a:moveTo>
                    <a:pt x="1727" y="31290"/>
                  </a:moveTo>
                  <a:lnTo>
                    <a:pt x="2287" y="31611"/>
                  </a:lnTo>
                  <a:lnTo>
                    <a:pt x="2287" y="28623"/>
                  </a:lnTo>
                  <a:lnTo>
                    <a:pt x="1727" y="28301"/>
                  </a:lnTo>
                  <a:close/>
                  <a:moveTo>
                    <a:pt x="2597" y="31790"/>
                  </a:moveTo>
                  <a:lnTo>
                    <a:pt x="3156" y="32111"/>
                  </a:lnTo>
                  <a:lnTo>
                    <a:pt x="3156" y="29111"/>
                  </a:lnTo>
                  <a:lnTo>
                    <a:pt x="2597" y="2880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6" name="Google Shape;1566;p25"/>
            <p:cNvSpPr/>
            <p:nvPr/>
          </p:nvSpPr>
          <p:spPr>
            <a:xfrm>
              <a:off x="2681241" y="1803482"/>
              <a:ext cx="39146" cy="1502696"/>
            </a:xfrm>
            <a:custGeom>
              <a:avLst/>
              <a:gdLst/>
              <a:ahLst/>
              <a:cxnLst/>
              <a:rect l="l" t="t" r="r" b="b"/>
              <a:pathLst>
                <a:path w="858" h="32934" extrusionOk="0">
                  <a:moveTo>
                    <a:pt x="858" y="32933"/>
                  </a:moveTo>
                  <a:lnTo>
                    <a:pt x="0" y="32433"/>
                  </a:lnTo>
                  <a:lnTo>
                    <a:pt x="0" y="489"/>
                  </a:lnTo>
                  <a:lnTo>
                    <a:pt x="8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7" name="Google Shape;1567;p25"/>
            <p:cNvSpPr/>
            <p:nvPr/>
          </p:nvSpPr>
          <p:spPr>
            <a:xfrm>
              <a:off x="2168390" y="3283307"/>
              <a:ext cx="551971" cy="341750"/>
            </a:xfrm>
            <a:custGeom>
              <a:avLst/>
              <a:gdLst/>
              <a:ahLst/>
              <a:cxnLst/>
              <a:rect l="l" t="t" r="r" b="b"/>
              <a:pathLst>
                <a:path w="12098" h="7490" extrusionOk="0">
                  <a:moveTo>
                    <a:pt x="1" y="7489"/>
                  </a:moveTo>
                  <a:lnTo>
                    <a:pt x="1" y="6489"/>
                  </a:lnTo>
                  <a:lnTo>
                    <a:pt x="11240" y="0"/>
                  </a:lnTo>
                  <a:lnTo>
                    <a:pt x="12098" y="500"/>
                  </a:lnTo>
                  <a:close/>
                </a:path>
              </a:pathLst>
            </a:custGeom>
            <a:gradFill>
              <a:gsLst>
                <a:gs pos="0">
                  <a:schemeClr val="accen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8" name="Google Shape;1568;p25"/>
            <p:cNvSpPr/>
            <p:nvPr/>
          </p:nvSpPr>
          <p:spPr>
            <a:xfrm>
              <a:off x="2168390" y="3333816"/>
              <a:ext cx="551971" cy="427028"/>
            </a:xfrm>
            <a:custGeom>
              <a:avLst/>
              <a:gdLst/>
              <a:ahLst/>
              <a:cxnLst/>
              <a:rect l="l" t="t" r="r" b="b"/>
              <a:pathLst>
                <a:path w="12098" h="9359" extrusionOk="0">
                  <a:moveTo>
                    <a:pt x="1" y="6989"/>
                  </a:moveTo>
                  <a:lnTo>
                    <a:pt x="12098" y="0"/>
                  </a:lnTo>
                  <a:lnTo>
                    <a:pt x="12098" y="2370"/>
                  </a:lnTo>
                  <a:lnTo>
                    <a:pt x="1" y="9359"/>
                  </a:lnTo>
                  <a:close/>
                </a:path>
              </a:pathLst>
            </a:custGeom>
            <a:solidFill>
              <a:srgbClr val="3519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9" name="Google Shape;1569;p25"/>
            <p:cNvSpPr/>
            <p:nvPr/>
          </p:nvSpPr>
          <p:spPr>
            <a:xfrm>
              <a:off x="2168390" y="3306120"/>
              <a:ext cx="551971" cy="357491"/>
            </a:xfrm>
            <a:custGeom>
              <a:avLst/>
              <a:gdLst/>
              <a:ahLst/>
              <a:cxnLst/>
              <a:rect l="l" t="t" r="r" b="b"/>
              <a:pathLst>
                <a:path w="12098" h="7835" extrusionOk="0">
                  <a:moveTo>
                    <a:pt x="1" y="6989"/>
                  </a:moveTo>
                  <a:lnTo>
                    <a:pt x="12098" y="0"/>
                  </a:lnTo>
                  <a:lnTo>
                    <a:pt x="12098" y="846"/>
                  </a:lnTo>
                  <a:lnTo>
                    <a:pt x="1" y="783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0" name="Google Shape;1570;p25"/>
            <p:cNvSpPr/>
            <p:nvPr/>
          </p:nvSpPr>
          <p:spPr>
            <a:xfrm>
              <a:off x="2168390" y="3403352"/>
              <a:ext cx="551971" cy="357491"/>
            </a:xfrm>
            <a:custGeom>
              <a:avLst/>
              <a:gdLst/>
              <a:ahLst/>
              <a:cxnLst/>
              <a:rect l="l" t="t" r="r" b="b"/>
              <a:pathLst>
                <a:path w="12098" h="7835" extrusionOk="0">
                  <a:moveTo>
                    <a:pt x="1" y="6989"/>
                  </a:moveTo>
                  <a:lnTo>
                    <a:pt x="12098" y="0"/>
                  </a:lnTo>
                  <a:lnTo>
                    <a:pt x="12098" y="846"/>
                  </a:lnTo>
                  <a:lnTo>
                    <a:pt x="1" y="783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1" name="Google Shape;1571;p25"/>
            <p:cNvSpPr/>
            <p:nvPr/>
          </p:nvSpPr>
          <p:spPr>
            <a:xfrm>
              <a:off x="2168390" y="3354987"/>
              <a:ext cx="551971" cy="357537"/>
            </a:xfrm>
            <a:custGeom>
              <a:avLst/>
              <a:gdLst/>
              <a:ahLst/>
              <a:cxnLst/>
              <a:rect l="l" t="t" r="r" b="b"/>
              <a:pathLst>
                <a:path w="12098" h="7836" extrusionOk="0">
                  <a:moveTo>
                    <a:pt x="1" y="6978"/>
                  </a:moveTo>
                  <a:lnTo>
                    <a:pt x="12098" y="1"/>
                  </a:lnTo>
                  <a:lnTo>
                    <a:pt x="12098" y="846"/>
                  </a:lnTo>
                  <a:lnTo>
                    <a:pt x="1" y="783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2" name="Google Shape;1572;p25"/>
            <p:cNvSpPr/>
            <p:nvPr/>
          </p:nvSpPr>
          <p:spPr>
            <a:xfrm>
              <a:off x="2143432" y="2797104"/>
              <a:ext cx="34264" cy="110829"/>
            </a:xfrm>
            <a:custGeom>
              <a:avLst/>
              <a:gdLst/>
              <a:ahLst/>
              <a:cxnLst/>
              <a:rect l="l" t="t" r="r" b="b"/>
              <a:pathLst>
                <a:path w="751" h="2429" extrusionOk="0">
                  <a:moveTo>
                    <a:pt x="524" y="2429"/>
                  </a:moveTo>
                  <a:cubicBezTo>
                    <a:pt x="476" y="2417"/>
                    <a:pt x="441" y="2417"/>
                    <a:pt x="405" y="2393"/>
                  </a:cubicBezTo>
                  <a:lnTo>
                    <a:pt x="107" y="2227"/>
                  </a:lnTo>
                  <a:cubicBezTo>
                    <a:pt x="60" y="2191"/>
                    <a:pt x="48" y="2131"/>
                    <a:pt x="72" y="2096"/>
                  </a:cubicBezTo>
                  <a:cubicBezTo>
                    <a:pt x="95" y="2048"/>
                    <a:pt x="155" y="2024"/>
                    <a:pt x="203" y="2060"/>
                  </a:cubicBezTo>
                  <a:lnTo>
                    <a:pt x="500" y="2227"/>
                  </a:lnTo>
                  <a:cubicBezTo>
                    <a:pt x="512" y="2238"/>
                    <a:pt x="536" y="2238"/>
                    <a:pt x="548" y="2227"/>
                  </a:cubicBezTo>
                  <a:cubicBezTo>
                    <a:pt x="560" y="2215"/>
                    <a:pt x="560" y="2203"/>
                    <a:pt x="560" y="2191"/>
                  </a:cubicBezTo>
                  <a:lnTo>
                    <a:pt x="560" y="619"/>
                  </a:lnTo>
                  <a:cubicBezTo>
                    <a:pt x="560" y="536"/>
                    <a:pt x="524" y="464"/>
                    <a:pt x="453" y="417"/>
                  </a:cubicBezTo>
                  <a:lnTo>
                    <a:pt x="107" y="226"/>
                  </a:lnTo>
                  <a:cubicBezTo>
                    <a:pt x="0" y="155"/>
                    <a:pt x="95" y="0"/>
                    <a:pt x="203" y="60"/>
                  </a:cubicBezTo>
                  <a:lnTo>
                    <a:pt x="548" y="250"/>
                  </a:lnTo>
                  <a:cubicBezTo>
                    <a:pt x="679" y="333"/>
                    <a:pt x="750" y="464"/>
                    <a:pt x="750" y="619"/>
                  </a:cubicBezTo>
                  <a:lnTo>
                    <a:pt x="750" y="2191"/>
                  </a:lnTo>
                  <a:cubicBezTo>
                    <a:pt x="750" y="2262"/>
                    <a:pt x="714" y="2346"/>
                    <a:pt x="643" y="2381"/>
                  </a:cubicBezTo>
                  <a:cubicBezTo>
                    <a:pt x="607" y="2405"/>
                    <a:pt x="560" y="2417"/>
                    <a:pt x="524" y="2429"/>
                  </a:cubicBez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3" name="Google Shape;1573;p25"/>
            <p:cNvSpPr/>
            <p:nvPr/>
          </p:nvSpPr>
          <p:spPr>
            <a:xfrm>
              <a:off x="1676756" y="1477948"/>
              <a:ext cx="903968" cy="521568"/>
            </a:xfrm>
            <a:custGeom>
              <a:avLst/>
              <a:gdLst/>
              <a:ahLst/>
              <a:cxnLst/>
              <a:rect l="l" t="t" r="r" b="b"/>
              <a:pathLst>
                <a:path w="19813" h="11431" extrusionOk="0">
                  <a:moveTo>
                    <a:pt x="9895" y="286"/>
                  </a:moveTo>
                  <a:lnTo>
                    <a:pt x="19301" y="5715"/>
                  </a:lnTo>
                  <a:lnTo>
                    <a:pt x="9907" y="11145"/>
                  </a:lnTo>
                  <a:lnTo>
                    <a:pt x="501" y="5715"/>
                  </a:lnTo>
                  <a:lnTo>
                    <a:pt x="9895" y="286"/>
                  </a:lnTo>
                  <a:close/>
                  <a:moveTo>
                    <a:pt x="9907" y="0"/>
                  </a:moveTo>
                  <a:lnTo>
                    <a:pt x="1" y="5715"/>
                  </a:lnTo>
                  <a:lnTo>
                    <a:pt x="9907" y="11430"/>
                  </a:lnTo>
                  <a:lnTo>
                    <a:pt x="19813" y="5715"/>
                  </a:lnTo>
                  <a:lnTo>
                    <a:pt x="99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4" name="Google Shape;1574;p25"/>
            <p:cNvSpPr/>
            <p:nvPr/>
          </p:nvSpPr>
          <p:spPr>
            <a:xfrm>
              <a:off x="2086352" y="2071313"/>
              <a:ext cx="6022" cy="1695518"/>
            </a:xfrm>
            <a:custGeom>
              <a:avLst/>
              <a:gdLst/>
              <a:ahLst/>
              <a:cxnLst/>
              <a:rect l="l" t="t" r="r" b="b"/>
              <a:pathLst>
                <a:path w="132" h="37160" extrusionOk="0">
                  <a:moveTo>
                    <a:pt x="1" y="0"/>
                  </a:moveTo>
                  <a:lnTo>
                    <a:pt x="1" y="37076"/>
                  </a:lnTo>
                  <a:lnTo>
                    <a:pt x="132" y="37160"/>
                  </a:lnTo>
                  <a:lnTo>
                    <a:pt x="132" y="119"/>
                  </a:lnTo>
                  <a:lnTo>
                    <a:pt x="120" y="72"/>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5" name="Google Shape;1575;p25"/>
            <p:cNvSpPr/>
            <p:nvPr/>
          </p:nvSpPr>
          <p:spPr>
            <a:xfrm>
              <a:off x="1533898" y="1752425"/>
              <a:ext cx="6023" cy="1695518"/>
            </a:xfrm>
            <a:custGeom>
              <a:avLst/>
              <a:gdLst/>
              <a:ahLst/>
              <a:cxnLst/>
              <a:rect l="l" t="t" r="r" b="b"/>
              <a:pathLst>
                <a:path w="132" h="37160" extrusionOk="0">
                  <a:moveTo>
                    <a:pt x="0" y="0"/>
                  </a:moveTo>
                  <a:lnTo>
                    <a:pt x="0" y="37076"/>
                  </a:lnTo>
                  <a:lnTo>
                    <a:pt x="131" y="37160"/>
                  </a:lnTo>
                  <a:lnTo>
                    <a:pt x="131" y="119"/>
                  </a:lnTo>
                  <a:lnTo>
                    <a:pt x="119" y="72"/>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6" name="Google Shape;1576;p25"/>
            <p:cNvSpPr/>
            <p:nvPr/>
          </p:nvSpPr>
          <p:spPr>
            <a:xfrm>
              <a:off x="2539979" y="1857847"/>
              <a:ext cx="128799" cy="118997"/>
            </a:xfrm>
            <a:custGeom>
              <a:avLst/>
              <a:gdLst/>
              <a:ahLst/>
              <a:cxnLst/>
              <a:rect l="l" t="t" r="r" b="b"/>
              <a:pathLst>
                <a:path w="2823" h="2608" extrusionOk="0">
                  <a:moveTo>
                    <a:pt x="1" y="1620"/>
                  </a:moveTo>
                  <a:lnTo>
                    <a:pt x="1" y="2608"/>
                  </a:lnTo>
                  <a:lnTo>
                    <a:pt x="2822" y="977"/>
                  </a:lnTo>
                  <a:lnTo>
                    <a:pt x="2822" y="0"/>
                  </a:lnTo>
                  <a:close/>
                </a:path>
              </a:pathLst>
            </a:cu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7" name="Google Shape;1577;p25"/>
            <p:cNvSpPr/>
            <p:nvPr/>
          </p:nvSpPr>
          <p:spPr>
            <a:xfrm>
              <a:off x="2553575" y="1875231"/>
              <a:ext cx="104892" cy="86966"/>
            </a:xfrm>
            <a:custGeom>
              <a:avLst/>
              <a:gdLst/>
              <a:ahLst/>
              <a:cxnLst/>
              <a:rect l="l" t="t" r="r" b="b"/>
              <a:pathLst>
                <a:path w="2299" h="1906" extrusionOk="0">
                  <a:moveTo>
                    <a:pt x="2298" y="0"/>
                  </a:moveTo>
                  <a:lnTo>
                    <a:pt x="2024" y="155"/>
                  </a:lnTo>
                  <a:lnTo>
                    <a:pt x="2024" y="393"/>
                  </a:lnTo>
                  <a:lnTo>
                    <a:pt x="2298" y="238"/>
                  </a:lnTo>
                  <a:lnTo>
                    <a:pt x="2298" y="0"/>
                  </a:lnTo>
                  <a:close/>
                  <a:moveTo>
                    <a:pt x="1893" y="238"/>
                  </a:moveTo>
                  <a:lnTo>
                    <a:pt x="1620" y="381"/>
                  </a:lnTo>
                  <a:lnTo>
                    <a:pt x="1620" y="619"/>
                  </a:lnTo>
                  <a:lnTo>
                    <a:pt x="1893" y="477"/>
                  </a:lnTo>
                  <a:lnTo>
                    <a:pt x="1893" y="238"/>
                  </a:lnTo>
                  <a:close/>
                  <a:moveTo>
                    <a:pt x="2298" y="346"/>
                  </a:moveTo>
                  <a:lnTo>
                    <a:pt x="2024" y="500"/>
                  </a:lnTo>
                  <a:lnTo>
                    <a:pt x="2024" y="739"/>
                  </a:lnTo>
                  <a:lnTo>
                    <a:pt x="2298" y="584"/>
                  </a:lnTo>
                  <a:lnTo>
                    <a:pt x="2298" y="346"/>
                  </a:lnTo>
                  <a:close/>
                  <a:moveTo>
                    <a:pt x="1489" y="453"/>
                  </a:moveTo>
                  <a:lnTo>
                    <a:pt x="1215" y="619"/>
                  </a:lnTo>
                  <a:lnTo>
                    <a:pt x="1215" y="858"/>
                  </a:lnTo>
                  <a:lnTo>
                    <a:pt x="1489" y="703"/>
                  </a:lnTo>
                  <a:lnTo>
                    <a:pt x="1489" y="453"/>
                  </a:lnTo>
                  <a:close/>
                  <a:moveTo>
                    <a:pt x="1893" y="596"/>
                  </a:moveTo>
                  <a:lnTo>
                    <a:pt x="1620" y="739"/>
                  </a:lnTo>
                  <a:lnTo>
                    <a:pt x="1620" y="977"/>
                  </a:lnTo>
                  <a:lnTo>
                    <a:pt x="1893" y="834"/>
                  </a:lnTo>
                  <a:lnTo>
                    <a:pt x="1893" y="596"/>
                  </a:lnTo>
                  <a:close/>
                  <a:moveTo>
                    <a:pt x="1084" y="691"/>
                  </a:moveTo>
                  <a:lnTo>
                    <a:pt x="810" y="846"/>
                  </a:lnTo>
                  <a:lnTo>
                    <a:pt x="810" y="1084"/>
                  </a:lnTo>
                  <a:lnTo>
                    <a:pt x="1084" y="929"/>
                  </a:lnTo>
                  <a:lnTo>
                    <a:pt x="1084" y="691"/>
                  </a:lnTo>
                  <a:close/>
                  <a:moveTo>
                    <a:pt x="1489" y="798"/>
                  </a:moveTo>
                  <a:lnTo>
                    <a:pt x="1215" y="977"/>
                  </a:lnTo>
                  <a:lnTo>
                    <a:pt x="1215" y="1203"/>
                  </a:lnTo>
                  <a:lnTo>
                    <a:pt x="1489" y="1036"/>
                  </a:lnTo>
                  <a:lnTo>
                    <a:pt x="1489" y="798"/>
                  </a:lnTo>
                  <a:close/>
                  <a:moveTo>
                    <a:pt x="679" y="917"/>
                  </a:moveTo>
                  <a:lnTo>
                    <a:pt x="405" y="1084"/>
                  </a:lnTo>
                  <a:lnTo>
                    <a:pt x="405" y="1322"/>
                  </a:lnTo>
                  <a:lnTo>
                    <a:pt x="679" y="1155"/>
                  </a:lnTo>
                  <a:lnTo>
                    <a:pt x="679" y="917"/>
                  </a:lnTo>
                  <a:close/>
                  <a:moveTo>
                    <a:pt x="1084" y="1048"/>
                  </a:moveTo>
                  <a:lnTo>
                    <a:pt x="810" y="1203"/>
                  </a:lnTo>
                  <a:lnTo>
                    <a:pt x="810" y="1441"/>
                  </a:lnTo>
                  <a:lnTo>
                    <a:pt x="1084" y="1286"/>
                  </a:lnTo>
                  <a:lnTo>
                    <a:pt x="1084" y="1048"/>
                  </a:lnTo>
                  <a:close/>
                  <a:moveTo>
                    <a:pt x="274" y="1155"/>
                  </a:moveTo>
                  <a:lnTo>
                    <a:pt x="0" y="1310"/>
                  </a:lnTo>
                  <a:lnTo>
                    <a:pt x="0" y="1548"/>
                  </a:lnTo>
                  <a:lnTo>
                    <a:pt x="274" y="1393"/>
                  </a:lnTo>
                  <a:lnTo>
                    <a:pt x="274" y="1155"/>
                  </a:lnTo>
                  <a:close/>
                  <a:moveTo>
                    <a:pt x="679" y="1274"/>
                  </a:moveTo>
                  <a:lnTo>
                    <a:pt x="405" y="1441"/>
                  </a:lnTo>
                  <a:lnTo>
                    <a:pt x="405" y="1679"/>
                  </a:lnTo>
                  <a:lnTo>
                    <a:pt x="679" y="1512"/>
                  </a:lnTo>
                  <a:lnTo>
                    <a:pt x="679" y="1274"/>
                  </a:lnTo>
                  <a:close/>
                  <a:moveTo>
                    <a:pt x="274" y="1512"/>
                  </a:moveTo>
                  <a:lnTo>
                    <a:pt x="0" y="1667"/>
                  </a:lnTo>
                  <a:lnTo>
                    <a:pt x="0" y="1905"/>
                  </a:lnTo>
                  <a:lnTo>
                    <a:pt x="274" y="1751"/>
                  </a:lnTo>
                  <a:lnTo>
                    <a:pt x="274" y="1512"/>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 name="Text Box 1"/>
          <p:cNvSpPr txBox="1"/>
          <p:nvPr/>
        </p:nvSpPr>
        <p:spPr>
          <a:xfrm>
            <a:off x="251460" y="947420"/>
            <a:ext cx="3862705" cy="1938020"/>
          </a:xfrm>
          <a:prstGeom prst="rect">
            <a:avLst/>
          </a:prstGeom>
          <a:noFill/>
        </p:spPr>
        <p:txBody>
          <a:bodyPr wrap="square" rtlCol="0" anchor="t">
            <a:spAutoFit/>
          </a:bodyPr>
          <a:p>
            <a:pPr algn="l"/>
            <a:r>
              <a:rPr lang="en-US" sz="1200"/>
              <a:t>En bases de datos, una transacción es una secuencia de operaciones que se tratan como una única unidad de trabajo. Todas las operaciones dentro de una transacción deben completarse con éxito o ninguna se aplica, asegurando la integridad y consistencia de los datos. Esto se conoce como la propiedad de "atemporalidad" o "atómica" de una transacción, donde las operaciones se ejecutan como un todo o no se ejecutan en absoluto</a:t>
            </a:r>
            <a:endParaRPr lang="en-US" sz="1200"/>
          </a:p>
        </p:txBody>
      </p:sp>
      <p:sp>
        <p:nvSpPr>
          <p:cNvPr id="6" name="Text Box 5"/>
          <p:cNvSpPr txBox="1"/>
          <p:nvPr/>
        </p:nvSpPr>
        <p:spPr>
          <a:xfrm>
            <a:off x="328613" y="481965"/>
            <a:ext cx="1638935" cy="337185"/>
          </a:xfrm>
          <a:prstGeom prst="rect">
            <a:avLst/>
          </a:prstGeom>
          <a:noFill/>
        </p:spPr>
        <p:txBody>
          <a:bodyPr wrap="none" rtlCol="0" anchor="t">
            <a:spAutoFit/>
          </a:bodyPr>
          <a:p>
            <a:pPr lvl="8" algn="just"/>
            <a:r>
              <a:rPr lang="en-US" sz="1600">
                <a:sym typeface="+mn-ea"/>
              </a:rPr>
              <a:t>Transacciones</a:t>
            </a:r>
            <a:endParaRPr lang="en-US" sz="160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107" name="Shape 1107"/>
        <p:cNvGrpSpPr/>
        <p:nvPr/>
      </p:nvGrpSpPr>
      <p:grpSpPr>
        <a:xfrm>
          <a:off x="0" y="0"/>
          <a:ext cx="0" cy="0"/>
          <a:chOff x="0" y="0"/>
          <a:chExt cx="0" cy="0"/>
        </a:xfrm>
      </p:grpSpPr>
      <p:sp>
        <p:nvSpPr>
          <p:cNvPr id="1142" name="Google Shape;1142;p20"/>
          <p:cNvSpPr/>
          <p:nvPr/>
        </p:nvSpPr>
        <p:spPr>
          <a:xfrm>
            <a:off x="2715895" y="224155"/>
            <a:ext cx="3726815" cy="721995"/>
          </a:xfrm>
          <a:prstGeom prst="roundRect">
            <a:avLst>
              <a:gd name="adj" fmla="val 16667"/>
            </a:avLst>
          </a:prstGeom>
          <a:gradFill>
            <a:gsLst>
              <a:gs pos="0">
                <a:schemeClr val="accent1"/>
              </a:gs>
              <a:gs pos="100000">
                <a:schemeClr val="accent2"/>
              </a:gs>
            </a:gsLst>
            <a:lin ang="0" scaled="0"/>
          </a:grad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0" name="Google Shape;1110;p20"/>
          <p:cNvSpPr/>
          <p:nvPr/>
        </p:nvSpPr>
        <p:spPr>
          <a:xfrm>
            <a:off x="2715895" y="205740"/>
            <a:ext cx="3726815" cy="742315"/>
          </a:xfrm>
          <a:prstGeom prst="roundRect">
            <a:avLst>
              <a:gd name="adj" fmla="val 16667"/>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4" name="Google Shape;1144;p20"/>
          <p:cNvSpPr txBox="1"/>
          <p:nvPr/>
        </p:nvSpPr>
        <p:spPr>
          <a:xfrm>
            <a:off x="3048635" y="421005"/>
            <a:ext cx="3050540" cy="34353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1800">
                <a:solidFill>
                  <a:schemeClr val="lt1"/>
                </a:solidFill>
                <a:latin typeface="Fira Sans Extra Condensed SemiBold"/>
                <a:ea typeface="Fira Sans Extra Condensed SemiBold"/>
                <a:cs typeface="Fira Sans Extra Condensed SemiBold"/>
                <a:sym typeface="Fira Sans Extra Condensed SemiBold"/>
              </a:rPr>
              <a:t>Relacion de las Base de Datos</a:t>
            </a:r>
            <a:endParaRPr lang="en-US" altLang="en-GB" sz="1800">
              <a:solidFill>
                <a:schemeClr val="lt1"/>
              </a:solidFill>
              <a:latin typeface="Fira Sans Extra Condensed SemiBold"/>
              <a:ea typeface="Fira Sans Extra Condensed SemiBold"/>
              <a:cs typeface="Fira Sans Extra Condensed SemiBold"/>
              <a:sym typeface="Fira Sans Extra Condensed SemiBold"/>
            </a:endParaRPr>
          </a:p>
        </p:txBody>
      </p:sp>
      <p:pic>
        <p:nvPicPr>
          <p:cNvPr id="3" name="Picture 2" descr="WhatsApp Image 2025-05-17 at 12.36.45 AM"/>
          <p:cNvPicPr>
            <a:picLocks noChangeAspect="1"/>
          </p:cNvPicPr>
          <p:nvPr/>
        </p:nvPicPr>
        <p:blipFill>
          <a:blip r:embed="rId1"/>
          <a:stretch>
            <a:fillRect/>
          </a:stretch>
        </p:blipFill>
        <p:spPr>
          <a:xfrm>
            <a:off x="82550" y="1203960"/>
            <a:ext cx="8884920" cy="37572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69" name="Shape 269"/>
        <p:cNvGrpSpPr/>
        <p:nvPr/>
      </p:nvGrpSpPr>
      <p:grpSpPr>
        <a:xfrm>
          <a:off x="0" y="0"/>
          <a:ext cx="0" cy="0"/>
          <a:chOff x="0" y="0"/>
          <a:chExt cx="0" cy="0"/>
        </a:xfrm>
      </p:grpSpPr>
      <p:sp>
        <p:nvSpPr>
          <p:cNvPr id="270" name="Google Shape;270;p17"/>
          <p:cNvSpPr/>
          <p:nvPr/>
        </p:nvSpPr>
        <p:spPr>
          <a:xfrm>
            <a:off x="2419074" y="1627851"/>
            <a:ext cx="1561250" cy="1362900"/>
          </a:xfrm>
          <a:custGeom>
            <a:avLst/>
            <a:gdLst/>
            <a:ahLst/>
            <a:cxnLst/>
            <a:rect l="l" t="t" r="r" b="b"/>
            <a:pathLst>
              <a:path w="62450" h="54516" extrusionOk="0">
                <a:moveTo>
                  <a:pt x="62450" y="54516"/>
                </a:moveTo>
                <a:lnTo>
                  <a:pt x="6906" y="16384"/>
                </a:lnTo>
                <a:lnTo>
                  <a:pt x="6906" y="0"/>
                </a:lnTo>
                <a:lnTo>
                  <a:pt x="0" y="0"/>
                </a:lnTo>
              </a:path>
            </a:pathLst>
          </a:custGeom>
          <a:noFill/>
          <a:ln w="76200" cap="flat" cmpd="sng">
            <a:solidFill>
              <a:schemeClr val="accent2"/>
            </a:solidFill>
            <a:prstDash val="solid"/>
            <a:round/>
            <a:headEnd type="none" w="med" len="med"/>
            <a:tailEnd type="none" w="med" len="med"/>
          </a:ln>
        </p:spPr>
      </p:sp>
      <p:sp>
        <p:nvSpPr>
          <p:cNvPr id="271" name="Google Shape;271;p17"/>
          <p:cNvSpPr/>
          <p:nvPr/>
        </p:nvSpPr>
        <p:spPr>
          <a:xfrm flipH="1">
            <a:off x="5221411" y="1627851"/>
            <a:ext cx="1561250" cy="1362900"/>
          </a:xfrm>
          <a:custGeom>
            <a:avLst/>
            <a:gdLst/>
            <a:ahLst/>
            <a:cxnLst/>
            <a:rect l="l" t="t" r="r" b="b"/>
            <a:pathLst>
              <a:path w="62450" h="54516" extrusionOk="0">
                <a:moveTo>
                  <a:pt x="62450" y="54516"/>
                </a:moveTo>
                <a:lnTo>
                  <a:pt x="6906" y="16384"/>
                </a:lnTo>
                <a:lnTo>
                  <a:pt x="6906" y="0"/>
                </a:lnTo>
                <a:lnTo>
                  <a:pt x="0" y="0"/>
                </a:lnTo>
              </a:path>
            </a:pathLst>
          </a:custGeom>
          <a:noFill/>
          <a:ln w="76200" cap="flat" cmpd="sng">
            <a:solidFill>
              <a:schemeClr val="accent2"/>
            </a:solidFill>
            <a:prstDash val="solid"/>
            <a:round/>
            <a:headEnd type="none" w="med" len="med"/>
            <a:tailEnd type="none" w="med" len="med"/>
          </a:ln>
        </p:spPr>
      </p:sp>
      <p:sp>
        <p:nvSpPr>
          <p:cNvPr id="272" name="Google Shape;272;p17"/>
          <p:cNvSpPr/>
          <p:nvPr/>
        </p:nvSpPr>
        <p:spPr>
          <a:xfrm>
            <a:off x="2418775" y="3231450"/>
            <a:ext cx="1631125" cy="839600"/>
          </a:xfrm>
          <a:custGeom>
            <a:avLst/>
            <a:gdLst/>
            <a:ahLst/>
            <a:cxnLst/>
            <a:rect l="l" t="t" r="r" b="b"/>
            <a:pathLst>
              <a:path w="65245" h="33584" extrusionOk="0">
                <a:moveTo>
                  <a:pt x="65245" y="13264"/>
                </a:moveTo>
                <a:lnTo>
                  <a:pt x="33918" y="33584"/>
                </a:lnTo>
                <a:lnTo>
                  <a:pt x="6260" y="33584"/>
                </a:lnTo>
                <a:lnTo>
                  <a:pt x="5978" y="0"/>
                </a:lnTo>
                <a:lnTo>
                  <a:pt x="0" y="51"/>
                </a:lnTo>
              </a:path>
            </a:pathLst>
          </a:custGeom>
          <a:noFill/>
          <a:ln w="76200" cap="flat" cmpd="sng">
            <a:solidFill>
              <a:schemeClr val="accent2"/>
            </a:solidFill>
            <a:prstDash val="solid"/>
            <a:round/>
            <a:headEnd type="none" w="med" len="med"/>
            <a:tailEnd type="none" w="med" len="med"/>
          </a:ln>
        </p:spPr>
      </p:sp>
      <p:sp>
        <p:nvSpPr>
          <p:cNvPr id="273" name="Google Shape;273;p17"/>
          <p:cNvSpPr/>
          <p:nvPr/>
        </p:nvSpPr>
        <p:spPr>
          <a:xfrm>
            <a:off x="5150525" y="3231450"/>
            <a:ext cx="1619900" cy="839600"/>
          </a:xfrm>
          <a:custGeom>
            <a:avLst/>
            <a:gdLst/>
            <a:ahLst/>
            <a:cxnLst/>
            <a:rect l="l" t="t" r="r" b="b"/>
            <a:pathLst>
              <a:path w="64796" h="33584" extrusionOk="0">
                <a:moveTo>
                  <a:pt x="0" y="13635"/>
                </a:moveTo>
                <a:lnTo>
                  <a:pt x="30878" y="33584"/>
                </a:lnTo>
                <a:lnTo>
                  <a:pt x="58536" y="33584"/>
                </a:lnTo>
                <a:lnTo>
                  <a:pt x="58818" y="0"/>
                </a:lnTo>
                <a:lnTo>
                  <a:pt x="64796" y="51"/>
                </a:lnTo>
              </a:path>
            </a:pathLst>
          </a:custGeom>
          <a:noFill/>
          <a:ln w="76200" cap="flat" cmpd="sng">
            <a:solidFill>
              <a:schemeClr val="accent2"/>
            </a:solidFill>
            <a:prstDash val="solid"/>
            <a:round/>
            <a:headEnd type="none" w="med" len="med"/>
            <a:tailEnd type="none" w="med" len="med"/>
          </a:ln>
        </p:spPr>
      </p:sp>
      <p:grpSp>
        <p:nvGrpSpPr>
          <p:cNvPr id="274" name="Google Shape;274;p17"/>
          <p:cNvGrpSpPr/>
          <p:nvPr/>
        </p:nvGrpSpPr>
        <p:grpSpPr>
          <a:xfrm>
            <a:off x="3189100" y="2403814"/>
            <a:ext cx="2827819" cy="1666506"/>
            <a:chOff x="3189100" y="2403814"/>
            <a:chExt cx="2827819" cy="1666506"/>
          </a:xfrm>
        </p:grpSpPr>
        <p:cxnSp>
          <p:nvCxnSpPr>
            <p:cNvPr id="275" name="Google Shape;275;p17"/>
            <p:cNvCxnSpPr/>
            <p:nvPr/>
          </p:nvCxnSpPr>
          <p:spPr>
            <a:xfrm rot="10800000" flipH="1">
              <a:off x="4380086" y="3097333"/>
              <a:ext cx="1594500" cy="945600"/>
            </a:xfrm>
            <a:prstGeom prst="straightConnector1">
              <a:avLst/>
            </a:prstGeom>
            <a:noFill/>
            <a:ln w="76200" cap="flat" cmpd="sng">
              <a:solidFill>
                <a:schemeClr val="accent2"/>
              </a:solidFill>
              <a:prstDash val="solid"/>
              <a:round/>
              <a:headEnd type="none" w="med" len="med"/>
              <a:tailEnd type="none" w="med" len="med"/>
            </a:ln>
          </p:spPr>
        </p:cxnSp>
        <p:cxnSp>
          <p:nvCxnSpPr>
            <p:cNvPr id="276" name="Google Shape;276;p17"/>
            <p:cNvCxnSpPr/>
            <p:nvPr/>
          </p:nvCxnSpPr>
          <p:spPr>
            <a:xfrm>
              <a:off x="3189100" y="3055719"/>
              <a:ext cx="1735800" cy="1014600"/>
            </a:xfrm>
            <a:prstGeom prst="straightConnector1">
              <a:avLst/>
            </a:prstGeom>
            <a:noFill/>
            <a:ln w="76200" cap="flat" cmpd="sng">
              <a:solidFill>
                <a:schemeClr val="accent2"/>
              </a:solidFill>
              <a:prstDash val="solid"/>
              <a:round/>
              <a:headEnd type="none" w="med" len="med"/>
              <a:tailEnd type="none" w="med" len="med"/>
            </a:ln>
          </p:spPr>
        </p:cxnSp>
        <p:cxnSp>
          <p:nvCxnSpPr>
            <p:cNvPr id="277" name="Google Shape;277;p17"/>
            <p:cNvCxnSpPr/>
            <p:nvPr/>
          </p:nvCxnSpPr>
          <p:spPr>
            <a:xfrm>
              <a:off x="4169825" y="2404544"/>
              <a:ext cx="1735800" cy="1014600"/>
            </a:xfrm>
            <a:prstGeom prst="straightConnector1">
              <a:avLst/>
            </a:prstGeom>
            <a:noFill/>
            <a:ln w="76200" cap="flat" cmpd="sng">
              <a:solidFill>
                <a:schemeClr val="accent2"/>
              </a:solidFill>
              <a:prstDash val="solid"/>
              <a:round/>
              <a:headEnd type="none" w="med" len="med"/>
              <a:tailEnd type="none" w="med" len="med"/>
            </a:ln>
          </p:spPr>
        </p:cxnSp>
        <p:cxnSp>
          <p:nvCxnSpPr>
            <p:cNvPr id="278" name="Google Shape;278;p17"/>
            <p:cNvCxnSpPr/>
            <p:nvPr/>
          </p:nvCxnSpPr>
          <p:spPr>
            <a:xfrm rot="10800000" flipH="1">
              <a:off x="3301997" y="2439067"/>
              <a:ext cx="1594500" cy="945600"/>
            </a:xfrm>
            <a:prstGeom prst="straightConnector1">
              <a:avLst/>
            </a:prstGeom>
            <a:noFill/>
            <a:ln w="76200" cap="flat" cmpd="sng">
              <a:solidFill>
                <a:schemeClr val="accent2"/>
              </a:solidFill>
              <a:prstDash val="solid"/>
              <a:round/>
              <a:headEnd type="none" w="med" len="med"/>
              <a:tailEnd type="none" w="med" len="med"/>
            </a:ln>
          </p:spPr>
        </p:cxnSp>
        <p:cxnSp>
          <p:nvCxnSpPr>
            <p:cNvPr id="279" name="Google Shape;279;p17"/>
            <p:cNvCxnSpPr/>
            <p:nvPr/>
          </p:nvCxnSpPr>
          <p:spPr>
            <a:xfrm>
              <a:off x="3189100" y="3054989"/>
              <a:ext cx="1735800" cy="1014600"/>
            </a:xfrm>
            <a:prstGeom prst="straightConnector1">
              <a:avLst/>
            </a:prstGeom>
            <a:noFill/>
            <a:ln w="28575" cap="flat" cmpd="sng">
              <a:solidFill>
                <a:schemeClr val="accent4"/>
              </a:solidFill>
              <a:prstDash val="solid"/>
              <a:round/>
              <a:headEnd type="none" w="med" len="med"/>
              <a:tailEnd type="none" w="med" len="med"/>
            </a:ln>
          </p:spPr>
        </p:cxnSp>
        <p:cxnSp>
          <p:nvCxnSpPr>
            <p:cNvPr id="280" name="Google Shape;280;p17"/>
            <p:cNvCxnSpPr/>
            <p:nvPr/>
          </p:nvCxnSpPr>
          <p:spPr>
            <a:xfrm>
              <a:off x="4169825" y="2403814"/>
              <a:ext cx="1735800" cy="1014600"/>
            </a:xfrm>
            <a:prstGeom prst="straightConnector1">
              <a:avLst/>
            </a:prstGeom>
            <a:noFill/>
            <a:ln w="28575" cap="flat" cmpd="sng">
              <a:solidFill>
                <a:schemeClr val="accent4"/>
              </a:solidFill>
              <a:prstDash val="solid"/>
              <a:round/>
              <a:headEnd type="none" w="med" len="med"/>
              <a:tailEnd type="none" w="med" len="med"/>
            </a:ln>
          </p:spPr>
        </p:cxnSp>
        <p:cxnSp>
          <p:nvCxnSpPr>
            <p:cNvPr id="281" name="Google Shape;281;p17"/>
            <p:cNvCxnSpPr/>
            <p:nvPr/>
          </p:nvCxnSpPr>
          <p:spPr>
            <a:xfrm rot="10800000" flipH="1">
              <a:off x="3301997" y="2438336"/>
              <a:ext cx="1594500" cy="945600"/>
            </a:xfrm>
            <a:prstGeom prst="straightConnector1">
              <a:avLst/>
            </a:prstGeom>
            <a:noFill/>
            <a:ln w="28575" cap="flat" cmpd="sng">
              <a:solidFill>
                <a:schemeClr val="accent4"/>
              </a:solidFill>
              <a:prstDash val="solid"/>
              <a:round/>
              <a:headEnd type="none" w="med" len="med"/>
              <a:tailEnd type="none" w="med" len="med"/>
            </a:ln>
          </p:spPr>
        </p:cxnSp>
        <p:cxnSp>
          <p:nvCxnSpPr>
            <p:cNvPr id="282" name="Google Shape;282;p17"/>
            <p:cNvCxnSpPr/>
            <p:nvPr/>
          </p:nvCxnSpPr>
          <p:spPr>
            <a:xfrm rot="10800000" flipH="1">
              <a:off x="4422419" y="3069111"/>
              <a:ext cx="1594500" cy="945600"/>
            </a:xfrm>
            <a:prstGeom prst="straightConnector1">
              <a:avLst/>
            </a:prstGeom>
            <a:noFill/>
            <a:ln w="28575" cap="flat" cmpd="sng">
              <a:solidFill>
                <a:schemeClr val="accent4"/>
              </a:solidFill>
              <a:prstDash val="solid"/>
              <a:round/>
              <a:headEnd type="none" w="med" len="med"/>
              <a:tailEnd type="none" w="med" len="med"/>
            </a:ln>
          </p:spPr>
        </p:cxnSp>
      </p:grpSp>
      <p:sp>
        <p:nvSpPr>
          <p:cNvPr id="283" name="Google Shape;283;p17"/>
          <p:cNvSpPr txBox="1"/>
          <p:nvPr>
            <p:ph type="title"/>
          </p:nvPr>
        </p:nvSpPr>
        <p:spPr>
          <a:xfrm>
            <a:off x="514775" y="515965"/>
            <a:ext cx="8114400" cy="51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altLang="en-GB" sz="3600"/>
              <a:t>Gracias por su atencion</a:t>
            </a:r>
            <a:endParaRPr lang="en-US" altLang="en-GB" sz="3600"/>
          </a:p>
        </p:txBody>
      </p:sp>
      <p:sp>
        <p:nvSpPr>
          <p:cNvPr id="284" name="Google Shape;284;p17"/>
          <p:cNvSpPr/>
          <p:nvPr/>
        </p:nvSpPr>
        <p:spPr>
          <a:xfrm>
            <a:off x="2419074" y="1627851"/>
            <a:ext cx="1561250" cy="1362900"/>
          </a:xfrm>
          <a:custGeom>
            <a:avLst/>
            <a:gdLst/>
            <a:ahLst/>
            <a:cxnLst/>
            <a:rect l="l" t="t" r="r" b="b"/>
            <a:pathLst>
              <a:path w="62450" h="54516" extrusionOk="0">
                <a:moveTo>
                  <a:pt x="62450" y="54516"/>
                </a:moveTo>
                <a:lnTo>
                  <a:pt x="6906" y="16384"/>
                </a:lnTo>
                <a:lnTo>
                  <a:pt x="6906" y="0"/>
                </a:lnTo>
                <a:lnTo>
                  <a:pt x="0" y="0"/>
                </a:lnTo>
              </a:path>
            </a:pathLst>
          </a:custGeom>
          <a:noFill/>
          <a:ln w="28575" cap="flat" cmpd="sng">
            <a:solidFill>
              <a:schemeClr val="accent4"/>
            </a:solidFill>
            <a:prstDash val="solid"/>
            <a:round/>
            <a:headEnd type="none" w="med" len="med"/>
            <a:tailEnd type="none" w="med" len="med"/>
          </a:ln>
        </p:spPr>
      </p:sp>
      <p:sp>
        <p:nvSpPr>
          <p:cNvPr id="288" name="Google Shape;288;p17"/>
          <p:cNvSpPr/>
          <p:nvPr/>
        </p:nvSpPr>
        <p:spPr>
          <a:xfrm flipH="1">
            <a:off x="5221411" y="1627851"/>
            <a:ext cx="1561250" cy="1362900"/>
          </a:xfrm>
          <a:custGeom>
            <a:avLst/>
            <a:gdLst/>
            <a:ahLst/>
            <a:cxnLst/>
            <a:rect l="l" t="t" r="r" b="b"/>
            <a:pathLst>
              <a:path w="62450" h="54516" extrusionOk="0">
                <a:moveTo>
                  <a:pt x="62450" y="54516"/>
                </a:moveTo>
                <a:lnTo>
                  <a:pt x="6906" y="16384"/>
                </a:lnTo>
                <a:lnTo>
                  <a:pt x="6906" y="0"/>
                </a:lnTo>
                <a:lnTo>
                  <a:pt x="0" y="0"/>
                </a:lnTo>
              </a:path>
            </a:pathLst>
          </a:custGeom>
          <a:noFill/>
          <a:ln w="28575" cap="flat" cmpd="sng">
            <a:solidFill>
              <a:schemeClr val="accent4"/>
            </a:solidFill>
            <a:prstDash val="solid"/>
            <a:round/>
            <a:headEnd type="none" w="med" len="med"/>
            <a:tailEnd type="none" w="med" len="med"/>
          </a:ln>
        </p:spPr>
      </p:sp>
      <p:grpSp>
        <p:nvGrpSpPr>
          <p:cNvPr id="292" name="Google Shape;292;p17"/>
          <p:cNvGrpSpPr/>
          <p:nvPr/>
        </p:nvGrpSpPr>
        <p:grpSpPr>
          <a:xfrm>
            <a:off x="3963387" y="1406817"/>
            <a:ext cx="1165988" cy="1568666"/>
            <a:chOff x="3478424" y="1308364"/>
            <a:chExt cx="2187185" cy="2942536"/>
          </a:xfrm>
        </p:grpSpPr>
        <p:sp>
          <p:nvSpPr>
            <p:cNvPr id="293" name="Google Shape;293;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 name="Google Shape;294;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 name="Google Shape;295;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6" name="Google Shape;296;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 name="Google Shape;297;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 name="Google Shape;298;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 name="Google Shape;299;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 name="Google Shape;300;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 name="Google Shape;301;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 name="Google Shape;302;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 name="Google Shape;303;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 name="Google Shape;304;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 name="Google Shape;305;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 name="Google Shape;306;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 name="Google Shape;307;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 name="Google Shape;308;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 name="Google Shape;309;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 name="Google Shape;310;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 name="Google Shape;311;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 name="Google Shape;312;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 name="Google Shape;313;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 name="Google Shape;314;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 name="Google Shape;315;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 name="Google Shape;316;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7" name="Google Shape;317;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 name="Google Shape;318;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 name="Google Shape;319;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 name="Google Shape;320;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 name="Google Shape;321;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 name="Google Shape;322;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 name="Google Shape;323;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 name="Google Shape;324;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 name="Google Shape;325;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 name="Google Shape;326;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 name="Google Shape;327;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 name="Google Shape;328;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 name="Google Shape;329;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 name="Google Shape;330;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 name="Google Shape;331;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 name="Google Shape;332;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 name="Google Shape;333;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 name="Google Shape;334;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 name="Google Shape;335;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36" name="Google Shape;336;p17"/>
            <p:cNvGrpSpPr/>
            <p:nvPr/>
          </p:nvGrpSpPr>
          <p:grpSpPr>
            <a:xfrm>
              <a:off x="3478424" y="1308364"/>
              <a:ext cx="2180470" cy="1878295"/>
              <a:chOff x="5553063" y="1487604"/>
              <a:chExt cx="1981525" cy="1707075"/>
            </a:xfrm>
          </p:grpSpPr>
          <p:sp>
            <p:nvSpPr>
              <p:cNvPr id="337" name="Google Shape;337;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 name="Google Shape;338;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339" name="Google Shape;339;p17"/>
          <p:cNvGrpSpPr/>
          <p:nvPr/>
        </p:nvGrpSpPr>
        <p:grpSpPr>
          <a:xfrm>
            <a:off x="5083909" y="2059788"/>
            <a:ext cx="1165988" cy="1568666"/>
            <a:chOff x="3478424" y="1308364"/>
            <a:chExt cx="2187185" cy="2942536"/>
          </a:xfrm>
        </p:grpSpPr>
        <p:sp>
          <p:nvSpPr>
            <p:cNvPr id="340" name="Google Shape;340;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 name="Google Shape;341;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 name="Google Shape;342;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 name="Google Shape;343;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 name="Google Shape;344;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 name="Google Shape;345;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 name="Google Shape;346;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 name="Google Shape;347;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 name="Google Shape;348;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 name="Google Shape;349;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 name="Google Shape;350;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 name="Google Shape;351;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 name="Google Shape;352;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 name="Google Shape;353;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 name="Google Shape;354;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 name="Google Shape;355;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 name="Google Shape;358;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 name="Google Shape;359;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 name="Google Shape;360;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 name="Google Shape;361;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 name="Google Shape;362;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 name="Google Shape;363;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 name="Google Shape;364;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 name="Google Shape;365;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 name="Google Shape;366;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 name="Google Shape;367;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 name="Google Shape;368;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 name="Google Shape;369;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0" name="Google Shape;370;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 name="Google Shape;371;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 name="Google Shape;372;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 name="Google Shape;373;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 name="Google Shape;374;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 name="Google Shape;375;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 name="Google Shape;376;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 name="Google Shape;377;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 name="Google Shape;378;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 name="Google Shape;379;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 name="Google Shape;380;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 name="Google Shape;381;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 name="Google Shape;382;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83" name="Google Shape;383;p17"/>
            <p:cNvGrpSpPr/>
            <p:nvPr/>
          </p:nvGrpSpPr>
          <p:grpSpPr>
            <a:xfrm>
              <a:off x="3478424" y="1308364"/>
              <a:ext cx="2180470" cy="1878295"/>
              <a:chOff x="5553063" y="1487604"/>
              <a:chExt cx="1981525" cy="1707075"/>
            </a:xfrm>
          </p:grpSpPr>
          <p:sp>
            <p:nvSpPr>
              <p:cNvPr id="384" name="Google Shape;384;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 name="Google Shape;385;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386" name="Google Shape;386;p17"/>
          <p:cNvGrpSpPr/>
          <p:nvPr/>
        </p:nvGrpSpPr>
        <p:grpSpPr>
          <a:xfrm>
            <a:off x="2926243" y="2030519"/>
            <a:ext cx="1165988" cy="1568666"/>
            <a:chOff x="3478424" y="1308364"/>
            <a:chExt cx="2187185" cy="2942536"/>
          </a:xfrm>
        </p:grpSpPr>
        <p:sp>
          <p:nvSpPr>
            <p:cNvPr id="387" name="Google Shape;387;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8" name="Google Shape;388;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9" name="Google Shape;389;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 name="Google Shape;390;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 name="Google Shape;391;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 name="Google Shape;392;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3" name="Google Shape;393;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 name="Google Shape;394;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 name="Google Shape;395;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 name="Google Shape;396;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 name="Google Shape;397;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 name="Google Shape;398;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 name="Google Shape;399;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 name="Google Shape;400;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 name="Google Shape;401;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 name="Google Shape;402;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 name="Google Shape;403;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 name="Google Shape;404;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 name="Google Shape;405;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 name="Google Shape;406;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 name="Google Shape;407;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 name="Google Shape;408;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 name="Google Shape;409;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 name="Google Shape;410;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 name="Google Shape;411;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 name="Google Shape;412;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 name="Google Shape;413;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 name="Google Shape;414;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 name="Google Shape;415;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 name="Google Shape;416;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 name="Google Shape;417;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 name="Google Shape;418;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 name="Google Shape;419;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 name="Google Shape;420;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 name="Google Shape;421;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 name="Google Shape;422;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 name="Google Shape;423;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 name="Google Shape;424;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 name="Google Shape;425;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6" name="Google Shape;426;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 name="Google Shape;427;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 name="Google Shape;428;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 name="Google Shape;429;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30" name="Google Shape;430;p17"/>
            <p:cNvGrpSpPr/>
            <p:nvPr/>
          </p:nvGrpSpPr>
          <p:grpSpPr>
            <a:xfrm>
              <a:off x="3478424" y="1308364"/>
              <a:ext cx="2180470" cy="1878295"/>
              <a:chOff x="5553063" y="1487604"/>
              <a:chExt cx="1981525" cy="1707075"/>
            </a:xfrm>
          </p:grpSpPr>
          <p:sp>
            <p:nvSpPr>
              <p:cNvPr id="431" name="Google Shape;431;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 name="Google Shape;432;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433" name="Google Shape;433;p17"/>
          <p:cNvGrpSpPr/>
          <p:nvPr/>
        </p:nvGrpSpPr>
        <p:grpSpPr>
          <a:xfrm>
            <a:off x="4046765" y="2683491"/>
            <a:ext cx="1165988" cy="1568666"/>
            <a:chOff x="3478424" y="1308364"/>
            <a:chExt cx="2187185" cy="2942536"/>
          </a:xfrm>
        </p:grpSpPr>
        <p:sp>
          <p:nvSpPr>
            <p:cNvPr id="434" name="Google Shape;434;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 name="Google Shape;435;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 name="Google Shape;436;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 name="Google Shape;437;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 name="Google Shape;438;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 name="Google Shape;439;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 name="Google Shape;440;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1" name="Google Shape;441;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 name="Google Shape;442;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3" name="Google Shape;443;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 name="Google Shape;444;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 name="Google Shape;445;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 name="Google Shape;446;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 name="Google Shape;447;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 name="Google Shape;448;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 name="Google Shape;449;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 name="Google Shape;450;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 name="Google Shape;451;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 name="Google Shape;452;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 name="Google Shape;453;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 name="Google Shape;454;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 name="Google Shape;455;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6" name="Google Shape;456;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 name="Google Shape;457;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 name="Google Shape;458;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 name="Google Shape;459;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 name="Google Shape;460;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 name="Google Shape;461;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 name="Google Shape;462;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 name="Google Shape;463;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 name="Google Shape;464;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 name="Google Shape;465;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 name="Google Shape;466;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 name="Google Shape;467;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 name="Google Shape;468;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 name="Google Shape;469;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0" name="Google Shape;470;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1" name="Google Shape;471;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 name="Google Shape;472;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 name="Google Shape;473;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 name="Google Shape;474;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 name="Google Shape;475;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 name="Google Shape;476;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77" name="Google Shape;477;p17"/>
            <p:cNvGrpSpPr/>
            <p:nvPr/>
          </p:nvGrpSpPr>
          <p:grpSpPr>
            <a:xfrm>
              <a:off x="3478424" y="1308364"/>
              <a:ext cx="2180470" cy="1878295"/>
              <a:chOff x="5553063" y="1487604"/>
              <a:chExt cx="1981525" cy="1707075"/>
            </a:xfrm>
          </p:grpSpPr>
          <p:sp>
            <p:nvSpPr>
              <p:cNvPr id="478" name="Google Shape;478;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 name="Google Shape;479;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483" name="Google Shape;483;p17"/>
          <p:cNvSpPr/>
          <p:nvPr/>
        </p:nvSpPr>
        <p:spPr>
          <a:xfrm>
            <a:off x="2418775" y="3231450"/>
            <a:ext cx="1631125" cy="839600"/>
          </a:xfrm>
          <a:custGeom>
            <a:avLst/>
            <a:gdLst/>
            <a:ahLst/>
            <a:cxnLst/>
            <a:rect l="l" t="t" r="r" b="b"/>
            <a:pathLst>
              <a:path w="65245" h="33584" extrusionOk="0">
                <a:moveTo>
                  <a:pt x="65245" y="13264"/>
                </a:moveTo>
                <a:lnTo>
                  <a:pt x="33918" y="33584"/>
                </a:lnTo>
                <a:lnTo>
                  <a:pt x="6260" y="33584"/>
                </a:lnTo>
                <a:lnTo>
                  <a:pt x="5978" y="0"/>
                </a:lnTo>
                <a:lnTo>
                  <a:pt x="0" y="51"/>
                </a:lnTo>
              </a:path>
            </a:pathLst>
          </a:custGeom>
          <a:noFill/>
          <a:ln w="28575" cap="flat" cmpd="sng">
            <a:solidFill>
              <a:schemeClr val="accent4"/>
            </a:solidFill>
            <a:prstDash val="solid"/>
            <a:round/>
            <a:headEnd type="none" w="med" len="med"/>
            <a:tailEnd type="none" w="med" len="med"/>
          </a:ln>
        </p:spPr>
      </p:sp>
      <p:sp>
        <p:nvSpPr>
          <p:cNvPr id="487" name="Google Shape;487;p17"/>
          <p:cNvSpPr/>
          <p:nvPr/>
        </p:nvSpPr>
        <p:spPr>
          <a:xfrm>
            <a:off x="5160025" y="3231450"/>
            <a:ext cx="1610400" cy="839600"/>
          </a:xfrm>
          <a:custGeom>
            <a:avLst/>
            <a:gdLst/>
            <a:ahLst/>
            <a:cxnLst/>
            <a:rect l="l" t="t" r="r" b="b"/>
            <a:pathLst>
              <a:path w="64416" h="33584" extrusionOk="0">
                <a:moveTo>
                  <a:pt x="0" y="13825"/>
                </a:moveTo>
                <a:lnTo>
                  <a:pt x="30498" y="33584"/>
                </a:lnTo>
                <a:lnTo>
                  <a:pt x="58156" y="33584"/>
                </a:lnTo>
                <a:lnTo>
                  <a:pt x="58438" y="0"/>
                </a:lnTo>
                <a:lnTo>
                  <a:pt x="64416" y="51"/>
                </a:lnTo>
              </a:path>
            </a:pathLst>
          </a:custGeom>
          <a:noFill/>
          <a:ln w="28575" cap="flat" cmpd="sng">
            <a:solidFill>
              <a:schemeClr val="accent4"/>
            </a:solidFill>
            <a:prstDash val="solid"/>
            <a:round/>
            <a:headEnd type="none" w="med" len="med"/>
            <a:tailEnd type="none" w="med" len="med"/>
          </a:ln>
        </p:spPr>
      </p:sp>
      <p:grpSp>
        <p:nvGrpSpPr>
          <p:cNvPr id="48" name="Google Shape;339;p17"/>
          <p:cNvGrpSpPr/>
          <p:nvPr/>
        </p:nvGrpSpPr>
        <p:grpSpPr>
          <a:xfrm>
            <a:off x="6582509" y="925043"/>
            <a:ext cx="1165988" cy="1568666"/>
            <a:chOff x="3478424" y="1308364"/>
            <a:chExt cx="2187185" cy="2942536"/>
          </a:xfrm>
        </p:grpSpPr>
        <p:sp>
          <p:nvSpPr>
            <p:cNvPr id="2" name="Google Shape;340;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 name="Google Shape;341;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 name="Google Shape;342;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 name="Google Shape;343;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 name="Google Shape;344;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 name="Google Shape;345;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 name="Google Shape;346;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9" name="Google Shape;347;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0" name="Google Shape;348;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1" name="Google Shape;349;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2" name="Google Shape;350;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 name="Google Shape;351;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4" name="Google Shape;352;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5" name="Google Shape;353;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6" name="Google Shape;354;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7" name="Google Shape;355;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 name="Google Shape;356;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9" name="Google Shape;357;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0" name="Google Shape;358;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1" name="Google Shape;359;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2" name="Google Shape;360;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3" name="Google Shape;361;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4" name="Google Shape;362;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5" name="Google Shape;363;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6" name="Google Shape;364;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7" name="Google Shape;365;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8" name="Google Shape;366;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29" name="Google Shape;367;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0" name="Google Shape;368;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1" name="Google Shape;369;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2" name="Google Shape;370;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3" name="Google Shape;371;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4" name="Google Shape;372;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5" name="Google Shape;373;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6" name="Google Shape;374;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7" name="Google Shape;375;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8" name="Google Shape;376;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39" name="Google Shape;377;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0" name="Google Shape;378;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1" name="Google Shape;379;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2" name="Google Shape;380;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3" name="Google Shape;381;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4" name="Google Shape;382;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45" name="Google Shape;383;p17"/>
            <p:cNvGrpSpPr/>
            <p:nvPr/>
          </p:nvGrpSpPr>
          <p:grpSpPr>
            <a:xfrm>
              <a:off x="3478424" y="1308364"/>
              <a:ext cx="2180470" cy="1878295"/>
              <a:chOff x="5553063" y="1487604"/>
              <a:chExt cx="1981525" cy="1707075"/>
            </a:xfrm>
          </p:grpSpPr>
          <p:sp>
            <p:nvSpPr>
              <p:cNvPr id="46" name="Google Shape;384;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47" name="Google Shape;385;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grpSp>
        <p:nvGrpSpPr>
          <p:cNvPr id="49" name="Google Shape;339;p17"/>
          <p:cNvGrpSpPr/>
          <p:nvPr/>
        </p:nvGrpSpPr>
        <p:grpSpPr>
          <a:xfrm>
            <a:off x="6588224" y="2514448"/>
            <a:ext cx="1165988" cy="1568666"/>
            <a:chOff x="3478424" y="1308364"/>
            <a:chExt cx="2187185" cy="2942536"/>
          </a:xfrm>
        </p:grpSpPr>
        <p:sp>
          <p:nvSpPr>
            <p:cNvPr id="50" name="Google Shape;340;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1" name="Google Shape;341;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2" name="Google Shape;342;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3" name="Google Shape;343;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4" name="Google Shape;344;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 name="Google Shape;345;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6" name="Google Shape;346;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7" name="Google Shape;347;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8" name="Google Shape;348;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9" name="Google Shape;349;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0" name="Google Shape;350;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1" name="Google Shape;351;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2" name="Google Shape;352;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3" name="Google Shape;353;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4" name="Google Shape;354;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5" name="Google Shape;355;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6" name="Google Shape;356;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7" name="Google Shape;357;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8" name="Google Shape;358;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69" name="Google Shape;359;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0" name="Google Shape;360;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1" name="Google Shape;361;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2" name="Google Shape;362;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3" name="Google Shape;363;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4" name="Google Shape;364;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5" name="Google Shape;365;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6" name="Google Shape;366;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7" name="Google Shape;367;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8" name="Google Shape;368;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9" name="Google Shape;369;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0" name="Google Shape;370;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1" name="Google Shape;371;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2" name="Google Shape;372;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3" name="Google Shape;373;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4" name="Google Shape;374;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5" name="Google Shape;375;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6" name="Google Shape;376;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7" name="Google Shape;377;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8" name="Google Shape;378;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9" name="Google Shape;379;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90" name="Google Shape;380;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91" name="Google Shape;381;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92" name="Google Shape;382;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93" name="Google Shape;383;p17"/>
            <p:cNvGrpSpPr/>
            <p:nvPr/>
          </p:nvGrpSpPr>
          <p:grpSpPr>
            <a:xfrm>
              <a:off x="3478424" y="1308364"/>
              <a:ext cx="2180470" cy="1878295"/>
              <a:chOff x="5553063" y="1487604"/>
              <a:chExt cx="1981525" cy="1707075"/>
            </a:xfrm>
          </p:grpSpPr>
          <p:sp>
            <p:nvSpPr>
              <p:cNvPr id="94" name="Google Shape;384;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95" name="Google Shape;385;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grpSp>
        <p:nvGrpSpPr>
          <p:cNvPr id="97" name="Google Shape;339;p17"/>
          <p:cNvGrpSpPr/>
          <p:nvPr/>
        </p:nvGrpSpPr>
        <p:grpSpPr>
          <a:xfrm>
            <a:off x="1475839" y="944728"/>
            <a:ext cx="1165988" cy="1568666"/>
            <a:chOff x="3478424" y="1308364"/>
            <a:chExt cx="2187185" cy="2942536"/>
          </a:xfrm>
        </p:grpSpPr>
        <p:sp>
          <p:nvSpPr>
            <p:cNvPr id="98" name="Google Shape;340;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99" name="Google Shape;341;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00" name="Google Shape;342;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01" name="Google Shape;343;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02" name="Google Shape;344;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03" name="Google Shape;345;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04" name="Google Shape;346;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05" name="Google Shape;347;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06" name="Google Shape;348;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07" name="Google Shape;349;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08" name="Google Shape;350;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09" name="Google Shape;351;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10" name="Google Shape;352;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11" name="Google Shape;353;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12" name="Google Shape;354;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13" name="Google Shape;355;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14" name="Google Shape;356;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15" name="Google Shape;357;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16" name="Google Shape;358;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17" name="Google Shape;359;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18" name="Google Shape;360;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19" name="Google Shape;361;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20" name="Google Shape;362;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21" name="Google Shape;363;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22" name="Google Shape;364;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23" name="Google Shape;365;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24" name="Google Shape;366;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25" name="Google Shape;367;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26" name="Google Shape;368;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27" name="Google Shape;369;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28" name="Google Shape;370;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29" name="Google Shape;371;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0" name="Google Shape;372;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1" name="Google Shape;373;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2" name="Google Shape;374;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3" name="Google Shape;375;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4" name="Google Shape;376;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5" name="Google Shape;377;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6" name="Google Shape;378;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7" name="Google Shape;379;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8" name="Google Shape;380;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39" name="Google Shape;381;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40" name="Google Shape;382;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141" name="Google Shape;383;p17"/>
            <p:cNvGrpSpPr/>
            <p:nvPr/>
          </p:nvGrpSpPr>
          <p:grpSpPr>
            <a:xfrm>
              <a:off x="3478424" y="1308364"/>
              <a:ext cx="2180470" cy="1878295"/>
              <a:chOff x="5553063" y="1487604"/>
              <a:chExt cx="1981525" cy="1707075"/>
            </a:xfrm>
          </p:grpSpPr>
          <p:sp>
            <p:nvSpPr>
              <p:cNvPr id="142" name="Google Shape;384;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43" name="Google Shape;385;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grpSp>
        <p:nvGrpSpPr>
          <p:cNvPr id="144" name="Google Shape;339;p17"/>
          <p:cNvGrpSpPr/>
          <p:nvPr/>
        </p:nvGrpSpPr>
        <p:grpSpPr>
          <a:xfrm>
            <a:off x="1469489" y="2501113"/>
            <a:ext cx="1165988" cy="1568666"/>
            <a:chOff x="3478424" y="1308364"/>
            <a:chExt cx="2187185" cy="2942536"/>
          </a:xfrm>
        </p:grpSpPr>
        <p:sp>
          <p:nvSpPr>
            <p:cNvPr id="145" name="Google Shape;340;p17"/>
            <p:cNvSpPr/>
            <p:nvPr/>
          </p:nvSpPr>
          <p:spPr>
            <a:xfrm>
              <a:off x="3485139" y="2969821"/>
              <a:ext cx="2180470" cy="1281079"/>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chemeClr val="lt2"/>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46" name="Google Shape;341;p17"/>
            <p:cNvSpPr/>
            <p:nvPr/>
          </p:nvSpPr>
          <p:spPr>
            <a:xfrm>
              <a:off x="3793045" y="1947520"/>
              <a:ext cx="1550129" cy="2096604"/>
            </a:xfrm>
            <a:custGeom>
              <a:avLst/>
              <a:gdLst/>
              <a:ahLst/>
              <a:cxnLst/>
              <a:rect l="l" t="t" r="r" b="b"/>
              <a:pathLst>
                <a:path w="52721" h="71307" extrusionOk="0">
                  <a:moveTo>
                    <a:pt x="52709" y="0"/>
                  </a:moveTo>
                  <a:lnTo>
                    <a:pt x="0" y="0"/>
                  </a:lnTo>
                  <a:lnTo>
                    <a:pt x="0" y="55495"/>
                  </a:lnTo>
                  <a:cubicBezTo>
                    <a:pt x="0" y="56090"/>
                    <a:pt x="321" y="56650"/>
                    <a:pt x="845" y="56948"/>
                  </a:cubicBezTo>
                  <a:lnTo>
                    <a:pt x="24646" y="70699"/>
                  </a:lnTo>
                  <a:cubicBezTo>
                    <a:pt x="25706" y="71306"/>
                    <a:pt x="27027" y="71306"/>
                    <a:pt x="28087" y="70699"/>
                  </a:cubicBezTo>
                  <a:lnTo>
                    <a:pt x="51876" y="56948"/>
                  </a:lnTo>
                  <a:cubicBezTo>
                    <a:pt x="52399" y="56650"/>
                    <a:pt x="52721" y="56090"/>
                    <a:pt x="52721" y="55495"/>
                  </a:cubicBezTo>
                  <a:lnTo>
                    <a:pt x="52721" y="55495"/>
                  </a:ln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47" name="Google Shape;342;p17"/>
            <p:cNvSpPr/>
            <p:nvPr/>
          </p:nvSpPr>
          <p:spPr>
            <a:xfrm>
              <a:off x="3784988" y="1482593"/>
              <a:ext cx="1566242" cy="929825"/>
            </a:xfrm>
            <a:custGeom>
              <a:avLst/>
              <a:gdLst/>
              <a:ahLst/>
              <a:cxnLst/>
              <a:rect l="l" t="t" r="r" b="b"/>
              <a:pathLst>
                <a:path w="53269" h="31624" extrusionOk="0">
                  <a:moveTo>
                    <a:pt x="24920" y="31004"/>
                  </a:moveTo>
                  <a:lnTo>
                    <a:pt x="1119" y="17265"/>
                  </a:lnTo>
                  <a:cubicBezTo>
                    <a:pt x="0" y="16622"/>
                    <a:pt x="0" y="15002"/>
                    <a:pt x="1119" y="14359"/>
                  </a:cubicBezTo>
                  <a:lnTo>
                    <a:pt x="24920" y="620"/>
                  </a:lnTo>
                  <a:cubicBezTo>
                    <a:pt x="25980" y="1"/>
                    <a:pt x="27301" y="1"/>
                    <a:pt x="28361" y="620"/>
                  </a:cubicBezTo>
                  <a:lnTo>
                    <a:pt x="52150" y="14359"/>
                  </a:lnTo>
                  <a:cubicBezTo>
                    <a:pt x="53269" y="15002"/>
                    <a:pt x="53269" y="16622"/>
                    <a:pt x="52150" y="17265"/>
                  </a:cubicBezTo>
                  <a:lnTo>
                    <a:pt x="28361" y="31004"/>
                  </a:lnTo>
                  <a:cubicBezTo>
                    <a:pt x="27289" y="31624"/>
                    <a:pt x="25980" y="31624"/>
                    <a:pt x="24920" y="31004"/>
                  </a:cubicBezTo>
                  <a:close/>
                </a:path>
              </a:pathLst>
            </a:custGeom>
            <a:solidFill>
              <a:schemeClr val="accent1"/>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48" name="Google Shape;343;p17"/>
            <p:cNvSpPr/>
            <p:nvPr/>
          </p:nvSpPr>
          <p:spPr>
            <a:xfrm>
              <a:off x="3818244" y="2089627"/>
              <a:ext cx="711364" cy="456533"/>
            </a:xfrm>
            <a:custGeom>
              <a:avLst/>
              <a:gdLst/>
              <a:ahLst/>
              <a:cxnLst/>
              <a:rect l="l" t="t" r="r" b="b"/>
              <a:pathLst>
                <a:path w="24194" h="15527" extrusionOk="0">
                  <a:moveTo>
                    <a:pt x="24194" y="15527"/>
                  </a:moveTo>
                  <a:lnTo>
                    <a:pt x="0" y="1561"/>
                  </a:lnTo>
                  <a:lnTo>
                    <a:pt x="0" y="1"/>
                  </a:lnTo>
                  <a:lnTo>
                    <a:pt x="24194"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49" name="Google Shape;344;p17"/>
            <p:cNvSpPr/>
            <p:nvPr/>
          </p:nvSpPr>
          <p:spPr>
            <a:xfrm>
              <a:off x="3818244" y="2153697"/>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50" name="Google Shape;345;p17"/>
            <p:cNvSpPr/>
            <p:nvPr/>
          </p:nvSpPr>
          <p:spPr>
            <a:xfrm>
              <a:off x="3818244" y="2218120"/>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51" name="Google Shape;346;p17"/>
            <p:cNvSpPr/>
            <p:nvPr/>
          </p:nvSpPr>
          <p:spPr>
            <a:xfrm>
              <a:off x="3818244" y="2282543"/>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52" name="Google Shape;347;p17"/>
            <p:cNvSpPr/>
            <p:nvPr/>
          </p:nvSpPr>
          <p:spPr>
            <a:xfrm>
              <a:off x="3818244" y="2346966"/>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53" name="Google Shape;348;p17"/>
            <p:cNvSpPr/>
            <p:nvPr/>
          </p:nvSpPr>
          <p:spPr>
            <a:xfrm>
              <a:off x="3818244" y="246178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54" name="Google Shape;349;p17"/>
            <p:cNvSpPr/>
            <p:nvPr/>
          </p:nvSpPr>
          <p:spPr>
            <a:xfrm>
              <a:off x="3818244" y="2526209"/>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55" name="Google Shape;350;p17"/>
            <p:cNvSpPr/>
            <p:nvPr/>
          </p:nvSpPr>
          <p:spPr>
            <a:xfrm>
              <a:off x="3818244" y="2590250"/>
              <a:ext cx="711364" cy="456885"/>
            </a:xfrm>
            <a:custGeom>
              <a:avLst/>
              <a:gdLst/>
              <a:ahLst/>
              <a:cxnLst/>
              <a:rect l="l" t="t" r="r" b="b"/>
              <a:pathLst>
                <a:path w="24194" h="15539" extrusionOk="0">
                  <a:moveTo>
                    <a:pt x="24194" y="15538"/>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56" name="Google Shape;351;p17"/>
            <p:cNvSpPr/>
            <p:nvPr/>
          </p:nvSpPr>
          <p:spPr>
            <a:xfrm>
              <a:off x="3818244" y="2654673"/>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57" name="Google Shape;352;p17"/>
            <p:cNvSpPr/>
            <p:nvPr/>
          </p:nvSpPr>
          <p:spPr>
            <a:xfrm>
              <a:off x="3818244" y="2719096"/>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58" name="Google Shape;353;p17"/>
            <p:cNvSpPr/>
            <p:nvPr/>
          </p:nvSpPr>
          <p:spPr>
            <a:xfrm>
              <a:off x="3818244" y="2833916"/>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59" name="Google Shape;354;p17"/>
            <p:cNvSpPr/>
            <p:nvPr/>
          </p:nvSpPr>
          <p:spPr>
            <a:xfrm>
              <a:off x="3818244" y="2898339"/>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60" name="Google Shape;355;p17"/>
            <p:cNvSpPr/>
            <p:nvPr/>
          </p:nvSpPr>
          <p:spPr>
            <a:xfrm>
              <a:off x="3818244" y="2962762"/>
              <a:ext cx="711364" cy="456503"/>
            </a:xfrm>
            <a:custGeom>
              <a:avLst/>
              <a:gdLst/>
              <a:ahLst/>
              <a:cxnLst/>
              <a:rect l="l" t="t" r="r" b="b"/>
              <a:pathLst>
                <a:path w="24194" h="15526" extrusionOk="0">
                  <a:moveTo>
                    <a:pt x="24194" y="15526"/>
                  </a:moveTo>
                  <a:lnTo>
                    <a:pt x="0" y="1560"/>
                  </a:lnTo>
                  <a:lnTo>
                    <a:pt x="0" y="0"/>
                  </a:lnTo>
                  <a:lnTo>
                    <a:pt x="24194"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61" name="Google Shape;356;p17"/>
            <p:cNvSpPr/>
            <p:nvPr/>
          </p:nvSpPr>
          <p:spPr>
            <a:xfrm>
              <a:off x="3818244" y="3026803"/>
              <a:ext cx="711364" cy="456885"/>
            </a:xfrm>
            <a:custGeom>
              <a:avLst/>
              <a:gdLst/>
              <a:ahLst/>
              <a:cxnLst/>
              <a:rect l="l" t="t" r="r" b="b"/>
              <a:pathLst>
                <a:path w="24194" h="15539" extrusionOk="0">
                  <a:moveTo>
                    <a:pt x="24194" y="15539"/>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62" name="Google Shape;357;p17"/>
            <p:cNvSpPr/>
            <p:nvPr/>
          </p:nvSpPr>
          <p:spPr>
            <a:xfrm>
              <a:off x="3818244" y="3091226"/>
              <a:ext cx="711364" cy="456533"/>
            </a:xfrm>
            <a:custGeom>
              <a:avLst/>
              <a:gdLst/>
              <a:ahLst/>
              <a:cxnLst/>
              <a:rect l="l" t="t" r="r" b="b"/>
              <a:pathLst>
                <a:path w="24194" h="15527" extrusionOk="0">
                  <a:moveTo>
                    <a:pt x="24194" y="15526"/>
                  </a:moveTo>
                  <a:lnTo>
                    <a:pt x="0" y="1572"/>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63" name="Google Shape;358;p17"/>
            <p:cNvSpPr/>
            <p:nvPr/>
          </p:nvSpPr>
          <p:spPr>
            <a:xfrm>
              <a:off x="3818244" y="3206046"/>
              <a:ext cx="711364" cy="456533"/>
            </a:xfrm>
            <a:custGeom>
              <a:avLst/>
              <a:gdLst/>
              <a:ahLst/>
              <a:cxnLst/>
              <a:rect l="l" t="t" r="r" b="b"/>
              <a:pathLst>
                <a:path w="24194" h="15527" extrusionOk="0">
                  <a:moveTo>
                    <a:pt x="24194" y="15527"/>
                  </a:moveTo>
                  <a:lnTo>
                    <a:pt x="0" y="1573"/>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64" name="Google Shape;359;p17"/>
            <p:cNvSpPr/>
            <p:nvPr/>
          </p:nvSpPr>
          <p:spPr>
            <a:xfrm>
              <a:off x="3818244" y="3270469"/>
              <a:ext cx="711364" cy="456533"/>
            </a:xfrm>
            <a:custGeom>
              <a:avLst/>
              <a:gdLst/>
              <a:ahLst/>
              <a:cxnLst/>
              <a:rect l="l" t="t" r="r" b="b"/>
              <a:pathLst>
                <a:path w="24194" h="15527" extrusionOk="0">
                  <a:moveTo>
                    <a:pt x="24194" y="15526"/>
                  </a:moveTo>
                  <a:lnTo>
                    <a:pt x="0" y="1560"/>
                  </a:lnTo>
                  <a:lnTo>
                    <a:pt x="0" y="1"/>
                  </a:lnTo>
                  <a:lnTo>
                    <a:pt x="24194"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65" name="Google Shape;360;p17"/>
            <p:cNvSpPr/>
            <p:nvPr/>
          </p:nvSpPr>
          <p:spPr>
            <a:xfrm>
              <a:off x="3818244" y="3334892"/>
              <a:ext cx="711364" cy="456533"/>
            </a:xfrm>
            <a:custGeom>
              <a:avLst/>
              <a:gdLst/>
              <a:ahLst/>
              <a:cxnLst/>
              <a:rect l="l" t="t" r="r" b="b"/>
              <a:pathLst>
                <a:path w="24194" h="15527"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66" name="Google Shape;361;p17"/>
            <p:cNvSpPr/>
            <p:nvPr/>
          </p:nvSpPr>
          <p:spPr>
            <a:xfrm>
              <a:off x="3818244" y="3399315"/>
              <a:ext cx="711364" cy="456503"/>
            </a:xfrm>
            <a:custGeom>
              <a:avLst/>
              <a:gdLst/>
              <a:ahLst/>
              <a:cxnLst/>
              <a:rect l="l" t="t" r="r" b="b"/>
              <a:pathLst>
                <a:path w="24194" h="15526" extrusionOk="0">
                  <a:moveTo>
                    <a:pt x="24194" y="15526"/>
                  </a:moveTo>
                  <a:lnTo>
                    <a:pt x="0" y="1560"/>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67" name="Google Shape;362;p17"/>
            <p:cNvSpPr/>
            <p:nvPr/>
          </p:nvSpPr>
          <p:spPr>
            <a:xfrm>
              <a:off x="3818244" y="3463385"/>
              <a:ext cx="711364" cy="456856"/>
            </a:xfrm>
            <a:custGeom>
              <a:avLst/>
              <a:gdLst/>
              <a:ahLst/>
              <a:cxnLst/>
              <a:rect l="l" t="t" r="r" b="b"/>
              <a:pathLst>
                <a:path w="24194" h="15538" extrusionOk="0">
                  <a:moveTo>
                    <a:pt x="24194" y="15538"/>
                  </a:moveTo>
                  <a:lnTo>
                    <a:pt x="0" y="1572"/>
                  </a:lnTo>
                  <a:lnTo>
                    <a:pt x="0" y="0"/>
                  </a:lnTo>
                  <a:lnTo>
                    <a:pt x="24194"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68" name="Google Shape;363;p17"/>
            <p:cNvSpPr/>
            <p:nvPr/>
          </p:nvSpPr>
          <p:spPr>
            <a:xfrm>
              <a:off x="4606639" y="2089627"/>
              <a:ext cx="711011" cy="456533"/>
            </a:xfrm>
            <a:custGeom>
              <a:avLst/>
              <a:gdLst/>
              <a:ahLst/>
              <a:cxnLst/>
              <a:rect l="l" t="t" r="r" b="b"/>
              <a:pathLst>
                <a:path w="24182" h="15527" extrusionOk="0">
                  <a:moveTo>
                    <a:pt x="0" y="15527"/>
                  </a:moveTo>
                  <a:lnTo>
                    <a:pt x="24182" y="1561"/>
                  </a:lnTo>
                  <a:lnTo>
                    <a:pt x="24182" y="1"/>
                  </a:lnTo>
                  <a:lnTo>
                    <a:pt x="0" y="13955"/>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69" name="Google Shape;364;p17"/>
            <p:cNvSpPr/>
            <p:nvPr/>
          </p:nvSpPr>
          <p:spPr>
            <a:xfrm>
              <a:off x="4606639" y="2153697"/>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70" name="Google Shape;365;p17"/>
            <p:cNvSpPr/>
            <p:nvPr/>
          </p:nvSpPr>
          <p:spPr>
            <a:xfrm>
              <a:off x="4606639" y="2218120"/>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71" name="Google Shape;366;p17"/>
            <p:cNvSpPr/>
            <p:nvPr/>
          </p:nvSpPr>
          <p:spPr>
            <a:xfrm>
              <a:off x="4606639" y="2282543"/>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72" name="Google Shape;367;p17"/>
            <p:cNvSpPr/>
            <p:nvPr/>
          </p:nvSpPr>
          <p:spPr>
            <a:xfrm>
              <a:off x="4606639" y="2346966"/>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73" name="Google Shape;368;p17"/>
            <p:cNvSpPr/>
            <p:nvPr/>
          </p:nvSpPr>
          <p:spPr>
            <a:xfrm>
              <a:off x="4606639" y="246178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74" name="Google Shape;369;p17"/>
            <p:cNvSpPr/>
            <p:nvPr/>
          </p:nvSpPr>
          <p:spPr>
            <a:xfrm>
              <a:off x="4606639" y="2526209"/>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75" name="Google Shape;370;p17"/>
            <p:cNvSpPr/>
            <p:nvPr/>
          </p:nvSpPr>
          <p:spPr>
            <a:xfrm>
              <a:off x="4606639" y="2590250"/>
              <a:ext cx="711011" cy="456885"/>
            </a:xfrm>
            <a:custGeom>
              <a:avLst/>
              <a:gdLst/>
              <a:ahLst/>
              <a:cxnLst/>
              <a:rect l="l" t="t" r="r" b="b"/>
              <a:pathLst>
                <a:path w="24182" h="15539" extrusionOk="0">
                  <a:moveTo>
                    <a:pt x="0" y="15538"/>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76" name="Google Shape;371;p17"/>
            <p:cNvSpPr/>
            <p:nvPr/>
          </p:nvSpPr>
          <p:spPr>
            <a:xfrm>
              <a:off x="4606639" y="2654673"/>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77" name="Google Shape;372;p17"/>
            <p:cNvSpPr/>
            <p:nvPr/>
          </p:nvSpPr>
          <p:spPr>
            <a:xfrm>
              <a:off x="4606639" y="2719096"/>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78" name="Google Shape;373;p17"/>
            <p:cNvSpPr/>
            <p:nvPr/>
          </p:nvSpPr>
          <p:spPr>
            <a:xfrm>
              <a:off x="4606639" y="2833916"/>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79" name="Google Shape;374;p17"/>
            <p:cNvSpPr/>
            <p:nvPr/>
          </p:nvSpPr>
          <p:spPr>
            <a:xfrm>
              <a:off x="4606639" y="2898339"/>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0" name="Google Shape;375;p17"/>
            <p:cNvSpPr/>
            <p:nvPr/>
          </p:nvSpPr>
          <p:spPr>
            <a:xfrm>
              <a:off x="4606639" y="2962762"/>
              <a:ext cx="711011" cy="456503"/>
            </a:xfrm>
            <a:custGeom>
              <a:avLst/>
              <a:gdLst/>
              <a:ahLst/>
              <a:cxnLst/>
              <a:rect l="l" t="t" r="r" b="b"/>
              <a:pathLst>
                <a:path w="24182" h="15526" extrusionOk="0">
                  <a:moveTo>
                    <a:pt x="0" y="15526"/>
                  </a:moveTo>
                  <a:lnTo>
                    <a:pt x="24182" y="1560"/>
                  </a:lnTo>
                  <a:lnTo>
                    <a:pt x="24182" y="0"/>
                  </a:lnTo>
                  <a:lnTo>
                    <a:pt x="0" y="13954"/>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1" name="Google Shape;376;p17"/>
            <p:cNvSpPr/>
            <p:nvPr/>
          </p:nvSpPr>
          <p:spPr>
            <a:xfrm>
              <a:off x="4606639" y="3026803"/>
              <a:ext cx="711011" cy="456885"/>
            </a:xfrm>
            <a:custGeom>
              <a:avLst/>
              <a:gdLst/>
              <a:ahLst/>
              <a:cxnLst/>
              <a:rect l="l" t="t" r="r" b="b"/>
              <a:pathLst>
                <a:path w="24182" h="15539" extrusionOk="0">
                  <a:moveTo>
                    <a:pt x="0" y="15539"/>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2" name="Google Shape;377;p17"/>
            <p:cNvSpPr/>
            <p:nvPr/>
          </p:nvSpPr>
          <p:spPr>
            <a:xfrm>
              <a:off x="4606639" y="3091226"/>
              <a:ext cx="711011" cy="456533"/>
            </a:xfrm>
            <a:custGeom>
              <a:avLst/>
              <a:gdLst/>
              <a:ahLst/>
              <a:cxnLst/>
              <a:rect l="l" t="t" r="r" b="b"/>
              <a:pathLst>
                <a:path w="24182" h="15527" extrusionOk="0">
                  <a:moveTo>
                    <a:pt x="0" y="15526"/>
                  </a:moveTo>
                  <a:lnTo>
                    <a:pt x="24182" y="1572"/>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3" name="Google Shape;378;p17"/>
            <p:cNvSpPr/>
            <p:nvPr/>
          </p:nvSpPr>
          <p:spPr>
            <a:xfrm>
              <a:off x="4606639" y="3206046"/>
              <a:ext cx="711011" cy="456533"/>
            </a:xfrm>
            <a:custGeom>
              <a:avLst/>
              <a:gdLst/>
              <a:ahLst/>
              <a:cxnLst/>
              <a:rect l="l" t="t" r="r" b="b"/>
              <a:pathLst>
                <a:path w="24182" h="15527" extrusionOk="0">
                  <a:moveTo>
                    <a:pt x="0" y="15527"/>
                  </a:moveTo>
                  <a:lnTo>
                    <a:pt x="24182" y="1573"/>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4" name="Google Shape;379;p17"/>
            <p:cNvSpPr/>
            <p:nvPr/>
          </p:nvSpPr>
          <p:spPr>
            <a:xfrm>
              <a:off x="4606639" y="3270469"/>
              <a:ext cx="711011" cy="456533"/>
            </a:xfrm>
            <a:custGeom>
              <a:avLst/>
              <a:gdLst/>
              <a:ahLst/>
              <a:cxnLst/>
              <a:rect l="l" t="t" r="r" b="b"/>
              <a:pathLst>
                <a:path w="24182" h="15527" extrusionOk="0">
                  <a:moveTo>
                    <a:pt x="0" y="15526"/>
                  </a:moveTo>
                  <a:lnTo>
                    <a:pt x="24182" y="1560"/>
                  </a:lnTo>
                  <a:lnTo>
                    <a:pt x="24182" y="1"/>
                  </a:lnTo>
                  <a:lnTo>
                    <a:pt x="0" y="13967"/>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5" name="Google Shape;380;p17"/>
            <p:cNvSpPr/>
            <p:nvPr/>
          </p:nvSpPr>
          <p:spPr>
            <a:xfrm>
              <a:off x="4606639" y="3334892"/>
              <a:ext cx="711011" cy="456533"/>
            </a:xfrm>
            <a:custGeom>
              <a:avLst/>
              <a:gdLst/>
              <a:ahLst/>
              <a:cxnLst/>
              <a:rect l="l" t="t" r="r" b="b"/>
              <a:pathLst>
                <a:path w="24182" h="15527"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6" name="Google Shape;381;p17"/>
            <p:cNvSpPr/>
            <p:nvPr/>
          </p:nvSpPr>
          <p:spPr>
            <a:xfrm>
              <a:off x="4606639" y="3399315"/>
              <a:ext cx="711011" cy="456503"/>
            </a:xfrm>
            <a:custGeom>
              <a:avLst/>
              <a:gdLst/>
              <a:ahLst/>
              <a:cxnLst/>
              <a:rect l="l" t="t" r="r" b="b"/>
              <a:pathLst>
                <a:path w="24182" h="15526" extrusionOk="0">
                  <a:moveTo>
                    <a:pt x="0" y="15526"/>
                  </a:moveTo>
                  <a:lnTo>
                    <a:pt x="24182" y="1560"/>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87" name="Google Shape;382;p17"/>
            <p:cNvSpPr/>
            <p:nvPr/>
          </p:nvSpPr>
          <p:spPr>
            <a:xfrm>
              <a:off x="4606639" y="3463385"/>
              <a:ext cx="711011" cy="456856"/>
            </a:xfrm>
            <a:custGeom>
              <a:avLst/>
              <a:gdLst/>
              <a:ahLst/>
              <a:cxnLst/>
              <a:rect l="l" t="t" r="r" b="b"/>
              <a:pathLst>
                <a:path w="24182" h="15538" extrusionOk="0">
                  <a:moveTo>
                    <a:pt x="0" y="15538"/>
                  </a:moveTo>
                  <a:lnTo>
                    <a:pt x="24182" y="1572"/>
                  </a:lnTo>
                  <a:lnTo>
                    <a:pt x="24182" y="0"/>
                  </a:lnTo>
                  <a:lnTo>
                    <a:pt x="0" y="13966"/>
                  </a:lnTo>
                  <a:close/>
                </a:path>
              </a:pathLst>
            </a:custGeom>
            <a:gradFill>
              <a:gsLst>
                <a:gs pos="0">
                  <a:schemeClr val="accent3"/>
                </a:gs>
                <a:gs pos="100000">
                  <a:srgbClr val="F587E6"/>
                </a:gs>
              </a:gsLst>
              <a:lin ang="0"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nvGrpSpPr>
            <p:cNvPr id="188" name="Google Shape;383;p17"/>
            <p:cNvGrpSpPr/>
            <p:nvPr/>
          </p:nvGrpSpPr>
          <p:grpSpPr>
            <a:xfrm>
              <a:off x="3478424" y="1308364"/>
              <a:ext cx="2180470" cy="1878295"/>
              <a:chOff x="5553063" y="1487604"/>
              <a:chExt cx="1981525" cy="1707075"/>
            </a:xfrm>
          </p:grpSpPr>
          <p:sp>
            <p:nvSpPr>
              <p:cNvPr id="189" name="Google Shape;384;p17"/>
              <p:cNvSpPr/>
              <p:nvPr/>
            </p:nvSpPr>
            <p:spPr>
              <a:xfrm>
                <a:off x="5563488" y="2071829"/>
                <a:ext cx="1960975" cy="1122850"/>
              </a:xfrm>
              <a:custGeom>
                <a:avLst/>
                <a:gdLst/>
                <a:ahLst/>
                <a:cxnLst/>
                <a:rect l="l" t="t" r="r" b="b"/>
                <a:pathLst>
                  <a:path w="78439" h="44914" extrusionOk="0">
                    <a:moveTo>
                      <a:pt x="12" y="1"/>
                    </a:moveTo>
                    <a:cubicBezTo>
                      <a:pt x="12" y="72"/>
                      <a:pt x="12" y="132"/>
                      <a:pt x="12" y="191"/>
                    </a:cubicBezTo>
                    <a:cubicBezTo>
                      <a:pt x="12" y="263"/>
                      <a:pt x="12" y="322"/>
                      <a:pt x="12" y="394"/>
                    </a:cubicBezTo>
                    <a:cubicBezTo>
                      <a:pt x="12" y="453"/>
                      <a:pt x="12" y="525"/>
                      <a:pt x="12" y="584"/>
                    </a:cubicBezTo>
                    <a:cubicBezTo>
                      <a:pt x="12" y="656"/>
                      <a:pt x="12" y="715"/>
                      <a:pt x="12" y="775"/>
                    </a:cubicBezTo>
                    <a:cubicBezTo>
                      <a:pt x="12" y="846"/>
                      <a:pt x="12" y="906"/>
                      <a:pt x="12" y="977"/>
                    </a:cubicBezTo>
                    <a:cubicBezTo>
                      <a:pt x="12" y="1037"/>
                      <a:pt x="12" y="1108"/>
                      <a:pt x="12" y="1167"/>
                    </a:cubicBezTo>
                    <a:cubicBezTo>
                      <a:pt x="12" y="1239"/>
                      <a:pt x="12" y="1298"/>
                      <a:pt x="12" y="1358"/>
                    </a:cubicBezTo>
                    <a:cubicBezTo>
                      <a:pt x="12" y="1429"/>
                      <a:pt x="12" y="1489"/>
                      <a:pt x="12" y="1560"/>
                    </a:cubicBezTo>
                    <a:cubicBezTo>
                      <a:pt x="12" y="1620"/>
                      <a:pt x="12" y="1691"/>
                      <a:pt x="12" y="1751"/>
                    </a:cubicBezTo>
                    <a:cubicBezTo>
                      <a:pt x="12" y="1822"/>
                      <a:pt x="12" y="1882"/>
                      <a:pt x="12" y="1941"/>
                    </a:cubicBezTo>
                    <a:cubicBezTo>
                      <a:pt x="12" y="2013"/>
                      <a:pt x="12" y="2072"/>
                      <a:pt x="12" y="2144"/>
                    </a:cubicBezTo>
                    <a:cubicBezTo>
                      <a:pt x="12" y="2203"/>
                      <a:pt x="12" y="2275"/>
                      <a:pt x="12" y="2334"/>
                    </a:cubicBezTo>
                    <a:cubicBezTo>
                      <a:pt x="12" y="2406"/>
                      <a:pt x="12" y="2465"/>
                      <a:pt x="12" y="2525"/>
                    </a:cubicBezTo>
                    <a:cubicBezTo>
                      <a:pt x="12" y="2596"/>
                      <a:pt x="12" y="2656"/>
                      <a:pt x="12" y="2727"/>
                    </a:cubicBezTo>
                    <a:cubicBezTo>
                      <a:pt x="12" y="2787"/>
                      <a:pt x="12" y="2858"/>
                      <a:pt x="12" y="2918"/>
                    </a:cubicBezTo>
                    <a:cubicBezTo>
                      <a:pt x="12" y="2989"/>
                      <a:pt x="12" y="3049"/>
                      <a:pt x="12" y="3108"/>
                    </a:cubicBezTo>
                    <a:cubicBezTo>
                      <a:pt x="12" y="3180"/>
                      <a:pt x="12" y="3239"/>
                      <a:pt x="12" y="3311"/>
                    </a:cubicBezTo>
                    <a:cubicBezTo>
                      <a:pt x="12" y="3370"/>
                      <a:pt x="12" y="3442"/>
                      <a:pt x="12" y="3501"/>
                    </a:cubicBezTo>
                    <a:cubicBezTo>
                      <a:pt x="12" y="3573"/>
                      <a:pt x="12" y="3632"/>
                      <a:pt x="12" y="3692"/>
                    </a:cubicBezTo>
                    <a:cubicBezTo>
                      <a:pt x="12" y="3763"/>
                      <a:pt x="12" y="3823"/>
                      <a:pt x="12" y="3894"/>
                    </a:cubicBezTo>
                    <a:cubicBezTo>
                      <a:pt x="12" y="3954"/>
                      <a:pt x="12" y="4025"/>
                      <a:pt x="12" y="4085"/>
                    </a:cubicBezTo>
                    <a:cubicBezTo>
                      <a:pt x="12" y="4156"/>
                      <a:pt x="12" y="4215"/>
                      <a:pt x="12" y="4275"/>
                    </a:cubicBezTo>
                    <a:cubicBezTo>
                      <a:pt x="12" y="4346"/>
                      <a:pt x="12" y="4406"/>
                      <a:pt x="12" y="4477"/>
                    </a:cubicBezTo>
                    <a:cubicBezTo>
                      <a:pt x="12" y="4537"/>
                      <a:pt x="12" y="4608"/>
                      <a:pt x="12" y="4668"/>
                    </a:cubicBezTo>
                    <a:cubicBezTo>
                      <a:pt x="12" y="4739"/>
                      <a:pt x="12" y="4799"/>
                      <a:pt x="12" y="4858"/>
                    </a:cubicBezTo>
                    <a:cubicBezTo>
                      <a:pt x="12" y="4930"/>
                      <a:pt x="12" y="4989"/>
                      <a:pt x="12" y="5061"/>
                    </a:cubicBezTo>
                    <a:cubicBezTo>
                      <a:pt x="12" y="5120"/>
                      <a:pt x="12" y="5192"/>
                      <a:pt x="12" y="5251"/>
                    </a:cubicBezTo>
                    <a:cubicBezTo>
                      <a:pt x="12" y="5323"/>
                      <a:pt x="12" y="5382"/>
                      <a:pt x="12" y="5442"/>
                    </a:cubicBezTo>
                    <a:cubicBezTo>
                      <a:pt x="12" y="5513"/>
                      <a:pt x="12" y="5573"/>
                      <a:pt x="12" y="5644"/>
                    </a:cubicBezTo>
                    <a:cubicBezTo>
                      <a:pt x="12" y="5704"/>
                      <a:pt x="12" y="5775"/>
                      <a:pt x="12" y="5835"/>
                    </a:cubicBezTo>
                    <a:cubicBezTo>
                      <a:pt x="12" y="5906"/>
                      <a:pt x="12" y="5966"/>
                      <a:pt x="12" y="6025"/>
                    </a:cubicBezTo>
                    <a:cubicBezTo>
                      <a:pt x="12" y="6097"/>
                      <a:pt x="12" y="6156"/>
                      <a:pt x="12" y="6228"/>
                    </a:cubicBezTo>
                    <a:cubicBezTo>
                      <a:pt x="12" y="6287"/>
                      <a:pt x="12" y="6359"/>
                      <a:pt x="12" y="6418"/>
                    </a:cubicBezTo>
                    <a:cubicBezTo>
                      <a:pt x="12" y="6490"/>
                      <a:pt x="12" y="6549"/>
                      <a:pt x="12" y="6609"/>
                    </a:cubicBezTo>
                    <a:cubicBezTo>
                      <a:pt x="12" y="6680"/>
                      <a:pt x="12" y="6740"/>
                      <a:pt x="12" y="6811"/>
                    </a:cubicBezTo>
                    <a:cubicBezTo>
                      <a:pt x="12" y="6871"/>
                      <a:pt x="12" y="6942"/>
                      <a:pt x="12" y="7002"/>
                    </a:cubicBezTo>
                    <a:cubicBezTo>
                      <a:pt x="12" y="7073"/>
                      <a:pt x="12" y="7132"/>
                      <a:pt x="12" y="7192"/>
                    </a:cubicBezTo>
                    <a:cubicBezTo>
                      <a:pt x="12" y="7263"/>
                      <a:pt x="12" y="7323"/>
                      <a:pt x="12" y="7394"/>
                    </a:cubicBezTo>
                    <a:cubicBezTo>
                      <a:pt x="12" y="7454"/>
                      <a:pt x="12" y="7525"/>
                      <a:pt x="12" y="7585"/>
                    </a:cubicBezTo>
                    <a:cubicBezTo>
                      <a:pt x="12" y="7656"/>
                      <a:pt x="12" y="7716"/>
                      <a:pt x="12" y="7775"/>
                    </a:cubicBezTo>
                    <a:cubicBezTo>
                      <a:pt x="12" y="7847"/>
                      <a:pt x="12" y="7906"/>
                      <a:pt x="12" y="7978"/>
                    </a:cubicBezTo>
                    <a:cubicBezTo>
                      <a:pt x="12" y="8037"/>
                      <a:pt x="12" y="8109"/>
                      <a:pt x="12" y="8168"/>
                    </a:cubicBezTo>
                    <a:cubicBezTo>
                      <a:pt x="12" y="8228"/>
                      <a:pt x="12" y="8299"/>
                      <a:pt x="12" y="8359"/>
                    </a:cubicBezTo>
                    <a:cubicBezTo>
                      <a:pt x="12" y="8430"/>
                      <a:pt x="12" y="8490"/>
                      <a:pt x="12" y="8561"/>
                    </a:cubicBezTo>
                    <a:cubicBezTo>
                      <a:pt x="12" y="8621"/>
                      <a:pt x="12" y="8692"/>
                      <a:pt x="12" y="8752"/>
                    </a:cubicBezTo>
                    <a:cubicBezTo>
                      <a:pt x="12" y="8811"/>
                      <a:pt x="12" y="8883"/>
                      <a:pt x="12" y="8942"/>
                    </a:cubicBezTo>
                    <a:cubicBezTo>
                      <a:pt x="12" y="9014"/>
                      <a:pt x="12" y="9073"/>
                      <a:pt x="12" y="9145"/>
                    </a:cubicBezTo>
                    <a:cubicBezTo>
                      <a:pt x="12" y="9204"/>
                      <a:pt x="12" y="9276"/>
                      <a:pt x="12" y="9335"/>
                    </a:cubicBezTo>
                    <a:cubicBezTo>
                      <a:pt x="12" y="9395"/>
                      <a:pt x="12" y="9466"/>
                      <a:pt x="12" y="9526"/>
                    </a:cubicBezTo>
                    <a:cubicBezTo>
                      <a:pt x="12" y="9597"/>
                      <a:pt x="12" y="9657"/>
                      <a:pt x="12" y="9728"/>
                    </a:cubicBezTo>
                    <a:cubicBezTo>
                      <a:pt x="12" y="9788"/>
                      <a:pt x="12" y="9859"/>
                      <a:pt x="12" y="9919"/>
                    </a:cubicBezTo>
                    <a:cubicBezTo>
                      <a:pt x="12" y="9978"/>
                      <a:pt x="12" y="10050"/>
                      <a:pt x="12" y="10109"/>
                    </a:cubicBezTo>
                    <a:cubicBezTo>
                      <a:pt x="12" y="10180"/>
                      <a:pt x="12" y="10240"/>
                      <a:pt x="12" y="10311"/>
                    </a:cubicBezTo>
                    <a:cubicBezTo>
                      <a:pt x="12" y="10371"/>
                      <a:pt x="12" y="10442"/>
                      <a:pt x="12" y="10502"/>
                    </a:cubicBezTo>
                    <a:cubicBezTo>
                      <a:pt x="12" y="10561"/>
                      <a:pt x="12" y="10633"/>
                      <a:pt x="12" y="10692"/>
                    </a:cubicBezTo>
                    <a:cubicBezTo>
                      <a:pt x="12" y="10764"/>
                      <a:pt x="12" y="10823"/>
                      <a:pt x="12" y="10895"/>
                    </a:cubicBezTo>
                    <a:cubicBezTo>
                      <a:pt x="12" y="10954"/>
                      <a:pt x="12" y="11026"/>
                      <a:pt x="12" y="11085"/>
                    </a:cubicBezTo>
                    <a:cubicBezTo>
                      <a:pt x="12" y="11145"/>
                      <a:pt x="12" y="11216"/>
                      <a:pt x="12" y="11276"/>
                    </a:cubicBezTo>
                    <a:cubicBezTo>
                      <a:pt x="12" y="11347"/>
                      <a:pt x="12" y="11407"/>
                      <a:pt x="12" y="11478"/>
                    </a:cubicBezTo>
                    <a:cubicBezTo>
                      <a:pt x="12" y="11538"/>
                      <a:pt x="12" y="11609"/>
                      <a:pt x="12" y="11669"/>
                    </a:cubicBezTo>
                    <a:cubicBezTo>
                      <a:pt x="12" y="11728"/>
                      <a:pt x="12" y="11800"/>
                      <a:pt x="12" y="11859"/>
                    </a:cubicBezTo>
                    <a:cubicBezTo>
                      <a:pt x="12" y="11931"/>
                      <a:pt x="12" y="11990"/>
                      <a:pt x="12" y="12062"/>
                    </a:cubicBezTo>
                    <a:cubicBezTo>
                      <a:pt x="12" y="12121"/>
                      <a:pt x="12" y="12193"/>
                      <a:pt x="12" y="12252"/>
                    </a:cubicBezTo>
                    <a:cubicBezTo>
                      <a:pt x="12" y="12312"/>
                      <a:pt x="12" y="12383"/>
                      <a:pt x="12" y="12443"/>
                    </a:cubicBezTo>
                    <a:cubicBezTo>
                      <a:pt x="12" y="12514"/>
                      <a:pt x="12" y="12574"/>
                      <a:pt x="12" y="12645"/>
                    </a:cubicBezTo>
                    <a:cubicBezTo>
                      <a:pt x="12" y="12705"/>
                      <a:pt x="12" y="12776"/>
                      <a:pt x="12" y="12836"/>
                    </a:cubicBezTo>
                    <a:cubicBezTo>
                      <a:pt x="12" y="12895"/>
                      <a:pt x="12" y="12967"/>
                      <a:pt x="12" y="13026"/>
                    </a:cubicBezTo>
                    <a:cubicBezTo>
                      <a:pt x="12" y="13098"/>
                      <a:pt x="12" y="13157"/>
                      <a:pt x="12" y="13228"/>
                    </a:cubicBezTo>
                    <a:cubicBezTo>
                      <a:pt x="12" y="13288"/>
                      <a:pt x="12" y="13359"/>
                      <a:pt x="12" y="13419"/>
                    </a:cubicBezTo>
                    <a:cubicBezTo>
                      <a:pt x="12" y="13479"/>
                      <a:pt x="12" y="13550"/>
                      <a:pt x="12" y="13609"/>
                    </a:cubicBezTo>
                    <a:cubicBezTo>
                      <a:pt x="12" y="13681"/>
                      <a:pt x="12" y="13740"/>
                      <a:pt x="12" y="13812"/>
                    </a:cubicBezTo>
                    <a:cubicBezTo>
                      <a:pt x="12" y="13871"/>
                      <a:pt x="12" y="13943"/>
                      <a:pt x="12" y="14002"/>
                    </a:cubicBezTo>
                    <a:cubicBezTo>
                      <a:pt x="12" y="14062"/>
                      <a:pt x="12" y="14133"/>
                      <a:pt x="12" y="14193"/>
                    </a:cubicBezTo>
                    <a:cubicBezTo>
                      <a:pt x="12" y="14264"/>
                      <a:pt x="12" y="14324"/>
                      <a:pt x="12" y="14395"/>
                    </a:cubicBezTo>
                    <a:cubicBezTo>
                      <a:pt x="12" y="14455"/>
                      <a:pt x="12" y="14526"/>
                      <a:pt x="12" y="14586"/>
                    </a:cubicBezTo>
                    <a:cubicBezTo>
                      <a:pt x="12" y="14645"/>
                      <a:pt x="12" y="14717"/>
                      <a:pt x="12" y="14776"/>
                    </a:cubicBezTo>
                    <a:cubicBezTo>
                      <a:pt x="12" y="14848"/>
                      <a:pt x="12" y="14907"/>
                      <a:pt x="12" y="14979"/>
                    </a:cubicBezTo>
                    <a:cubicBezTo>
                      <a:pt x="12" y="15038"/>
                      <a:pt x="12" y="15110"/>
                      <a:pt x="12" y="15169"/>
                    </a:cubicBezTo>
                    <a:cubicBezTo>
                      <a:pt x="12" y="15229"/>
                      <a:pt x="12" y="15300"/>
                      <a:pt x="12" y="15360"/>
                    </a:cubicBezTo>
                    <a:cubicBezTo>
                      <a:pt x="12" y="15431"/>
                      <a:pt x="12" y="15491"/>
                      <a:pt x="12" y="15562"/>
                    </a:cubicBezTo>
                    <a:cubicBezTo>
                      <a:pt x="12" y="15622"/>
                      <a:pt x="12" y="15693"/>
                      <a:pt x="12" y="15753"/>
                    </a:cubicBezTo>
                    <a:cubicBezTo>
                      <a:pt x="12" y="15812"/>
                      <a:pt x="12" y="15884"/>
                      <a:pt x="12" y="15943"/>
                    </a:cubicBezTo>
                    <a:cubicBezTo>
                      <a:pt x="12" y="16015"/>
                      <a:pt x="12" y="16074"/>
                      <a:pt x="12" y="16146"/>
                    </a:cubicBezTo>
                    <a:cubicBezTo>
                      <a:pt x="12" y="16205"/>
                      <a:pt x="12" y="16276"/>
                      <a:pt x="12" y="16336"/>
                    </a:cubicBezTo>
                    <a:cubicBezTo>
                      <a:pt x="12" y="16396"/>
                      <a:pt x="12" y="16467"/>
                      <a:pt x="12" y="16527"/>
                    </a:cubicBezTo>
                    <a:cubicBezTo>
                      <a:pt x="12" y="16598"/>
                      <a:pt x="12" y="16657"/>
                      <a:pt x="12" y="16729"/>
                    </a:cubicBezTo>
                    <a:cubicBezTo>
                      <a:pt x="12" y="16788"/>
                      <a:pt x="12" y="16860"/>
                      <a:pt x="12" y="16919"/>
                    </a:cubicBezTo>
                    <a:cubicBezTo>
                      <a:pt x="12" y="16979"/>
                      <a:pt x="12" y="17050"/>
                      <a:pt x="12" y="17110"/>
                    </a:cubicBezTo>
                    <a:cubicBezTo>
                      <a:pt x="12" y="17181"/>
                      <a:pt x="12" y="17241"/>
                      <a:pt x="12" y="17312"/>
                    </a:cubicBezTo>
                    <a:cubicBezTo>
                      <a:pt x="12" y="17372"/>
                      <a:pt x="12" y="17443"/>
                      <a:pt x="12" y="17503"/>
                    </a:cubicBezTo>
                    <a:cubicBezTo>
                      <a:pt x="12" y="17562"/>
                      <a:pt x="12" y="17634"/>
                      <a:pt x="12" y="17693"/>
                    </a:cubicBezTo>
                    <a:cubicBezTo>
                      <a:pt x="12" y="17765"/>
                      <a:pt x="12" y="17824"/>
                      <a:pt x="12" y="17896"/>
                    </a:cubicBezTo>
                    <a:cubicBezTo>
                      <a:pt x="12" y="17955"/>
                      <a:pt x="12" y="18015"/>
                      <a:pt x="12" y="18086"/>
                    </a:cubicBezTo>
                    <a:cubicBezTo>
                      <a:pt x="12" y="18146"/>
                      <a:pt x="12" y="18217"/>
                      <a:pt x="12" y="18277"/>
                    </a:cubicBezTo>
                    <a:cubicBezTo>
                      <a:pt x="12" y="18348"/>
                      <a:pt x="12" y="18408"/>
                      <a:pt x="12" y="18479"/>
                    </a:cubicBezTo>
                    <a:cubicBezTo>
                      <a:pt x="12" y="18539"/>
                      <a:pt x="12" y="18598"/>
                      <a:pt x="12" y="18670"/>
                    </a:cubicBezTo>
                    <a:cubicBezTo>
                      <a:pt x="12" y="18729"/>
                      <a:pt x="12" y="18801"/>
                      <a:pt x="12" y="18860"/>
                    </a:cubicBezTo>
                    <a:cubicBezTo>
                      <a:pt x="12" y="18932"/>
                      <a:pt x="12" y="18991"/>
                      <a:pt x="12" y="19063"/>
                    </a:cubicBezTo>
                    <a:cubicBezTo>
                      <a:pt x="12" y="19122"/>
                      <a:pt x="12" y="19182"/>
                      <a:pt x="12" y="19253"/>
                    </a:cubicBezTo>
                    <a:cubicBezTo>
                      <a:pt x="12" y="19313"/>
                      <a:pt x="12" y="19384"/>
                      <a:pt x="12" y="19444"/>
                    </a:cubicBezTo>
                    <a:cubicBezTo>
                      <a:pt x="12" y="19515"/>
                      <a:pt x="12" y="19575"/>
                      <a:pt x="12" y="19646"/>
                    </a:cubicBezTo>
                    <a:cubicBezTo>
                      <a:pt x="12" y="19705"/>
                      <a:pt x="12" y="19765"/>
                      <a:pt x="12" y="19836"/>
                    </a:cubicBezTo>
                    <a:cubicBezTo>
                      <a:pt x="12" y="19896"/>
                      <a:pt x="12" y="19967"/>
                      <a:pt x="12" y="20027"/>
                    </a:cubicBezTo>
                    <a:cubicBezTo>
                      <a:pt x="12" y="20098"/>
                      <a:pt x="12" y="20158"/>
                      <a:pt x="12" y="20229"/>
                    </a:cubicBezTo>
                    <a:cubicBezTo>
                      <a:pt x="12" y="20289"/>
                      <a:pt x="12" y="20348"/>
                      <a:pt x="12" y="20420"/>
                    </a:cubicBezTo>
                    <a:cubicBezTo>
                      <a:pt x="12" y="20479"/>
                      <a:pt x="12" y="20551"/>
                      <a:pt x="12" y="20610"/>
                    </a:cubicBezTo>
                    <a:cubicBezTo>
                      <a:pt x="12" y="20682"/>
                      <a:pt x="12" y="20741"/>
                      <a:pt x="12" y="20813"/>
                    </a:cubicBezTo>
                    <a:cubicBezTo>
                      <a:pt x="12" y="20872"/>
                      <a:pt x="12" y="20932"/>
                      <a:pt x="12" y="21003"/>
                    </a:cubicBezTo>
                    <a:cubicBezTo>
                      <a:pt x="12" y="21063"/>
                      <a:pt x="12" y="21134"/>
                      <a:pt x="12" y="21194"/>
                    </a:cubicBezTo>
                    <a:cubicBezTo>
                      <a:pt x="12" y="21265"/>
                      <a:pt x="12" y="21325"/>
                      <a:pt x="12" y="21396"/>
                    </a:cubicBezTo>
                    <a:cubicBezTo>
                      <a:pt x="12" y="21456"/>
                      <a:pt x="12" y="21515"/>
                      <a:pt x="12" y="21587"/>
                    </a:cubicBezTo>
                    <a:cubicBezTo>
                      <a:pt x="0" y="22515"/>
                      <a:pt x="500" y="23373"/>
                      <a:pt x="1310" y="23837"/>
                    </a:cubicBezTo>
                    <a:lnTo>
                      <a:pt x="36612" y="44208"/>
                    </a:lnTo>
                    <a:cubicBezTo>
                      <a:pt x="37416" y="44679"/>
                      <a:pt x="38315" y="44914"/>
                      <a:pt x="39215" y="44914"/>
                    </a:cubicBezTo>
                    <a:cubicBezTo>
                      <a:pt x="40115" y="44914"/>
                      <a:pt x="41017" y="44679"/>
                      <a:pt x="41827" y="44208"/>
                    </a:cubicBezTo>
                    <a:lnTo>
                      <a:pt x="77129" y="23837"/>
                    </a:lnTo>
                    <a:cubicBezTo>
                      <a:pt x="77939" y="23373"/>
                      <a:pt x="78439" y="22515"/>
                      <a:pt x="78427" y="21587"/>
                    </a:cubicBezTo>
                    <a:lnTo>
                      <a:pt x="78427" y="21384"/>
                    </a:lnTo>
                    <a:lnTo>
                      <a:pt x="78427" y="21194"/>
                    </a:lnTo>
                    <a:lnTo>
                      <a:pt x="78427" y="21003"/>
                    </a:lnTo>
                    <a:lnTo>
                      <a:pt x="78427" y="20801"/>
                    </a:lnTo>
                    <a:lnTo>
                      <a:pt x="78427" y="20610"/>
                    </a:lnTo>
                    <a:lnTo>
                      <a:pt x="78427" y="20420"/>
                    </a:lnTo>
                    <a:lnTo>
                      <a:pt x="78427" y="20217"/>
                    </a:lnTo>
                    <a:lnTo>
                      <a:pt x="78427" y="20027"/>
                    </a:lnTo>
                    <a:lnTo>
                      <a:pt x="78427" y="19836"/>
                    </a:lnTo>
                    <a:lnTo>
                      <a:pt x="78427" y="19634"/>
                    </a:lnTo>
                    <a:lnTo>
                      <a:pt x="78427" y="19444"/>
                    </a:lnTo>
                    <a:lnTo>
                      <a:pt x="78427" y="19253"/>
                    </a:lnTo>
                    <a:lnTo>
                      <a:pt x="78427" y="19051"/>
                    </a:lnTo>
                    <a:lnTo>
                      <a:pt x="78427" y="18860"/>
                    </a:lnTo>
                    <a:lnTo>
                      <a:pt x="78427" y="18670"/>
                    </a:lnTo>
                    <a:lnTo>
                      <a:pt x="78427" y="18467"/>
                    </a:lnTo>
                    <a:lnTo>
                      <a:pt x="78427" y="18277"/>
                    </a:lnTo>
                    <a:lnTo>
                      <a:pt x="78427" y="18086"/>
                    </a:lnTo>
                    <a:lnTo>
                      <a:pt x="78427" y="17884"/>
                    </a:lnTo>
                    <a:lnTo>
                      <a:pt x="78427" y="17693"/>
                    </a:lnTo>
                    <a:lnTo>
                      <a:pt x="78427" y="17503"/>
                    </a:lnTo>
                    <a:lnTo>
                      <a:pt x="78427" y="17300"/>
                    </a:lnTo>
                    <a:lnTo>
                      <a:pt x="78427" y="17110"/>
                    </a:lnTo>
                    <a:lnTo>
                      <a:pt x="78427" y="16919"/>
                    </a:lnTo>
                    <a:lnTo>
                      <a:pt x="78427" y="16717"/>
                    </a:lnTo>
                    <a:lnTo>
                      <a:pt x="78427" y="16527"/>
                    </a:lnTo>
                    <a:lnTo>
                      <a:pt x="78427" y="16336"/>
                    </a:lnTo>
                    <a:lnTo>
                      <a:pt x="78427" y="16146"/>
                    </a:lnTo>
                    <a:lnTo>
                      <a:pt x="78427" y="15943"/>
                    </a:lnTo>
                    <a:lnTo>
                      <a:pt x="78427" y="15753"/>
                    </a:lnTo>
                    <a:lnTo>
                      <a:pt x="78427" y="15562"/>
                    </a:lnTo>
                    <a:lnTo>
                      <a:pt x="78427" y="15360"/>
                    </a:lnTo>
                    <a:lnTo>
                      <a:pt x="78427" y="15169"/>
                    </a:lnTo>
                    <a:lnTo>
                      <a:pt x="78427" y="14979"/>
                    </a:lnTo>
                    <a:lnTo>
                      <a:pt x="78427" y="14776"/>
                    </a:lnTo>
                    <a:lnTo>
                      <a:pt x="78427" y="14586"/>
                    </a:lnTo>
                    <a:lnTo>
                      <a:pt x="78427" y="14395"/>
                    </a:lnTo>
                    <a:lnTo>
                      <a:pt x="78427" y="14193"/>
                    </a:lnTo>
                    <a:lnTo>
                      <a:pt x="78427" y="14002"/>
                    </a:lnTo>
                    <a:lnTo>
                      <a:pt x="78427" y="13812"/>
                    </a:lnTo>
                    <a:lnTo>
                      <a:pt x="78427" y="13609"/>
                    </a:lnTo>
                    <a:lnTo>
                      <a:pt x="78427" y="13419"/>
                    </a:lnTo>
                    <a:lnTo>
                      <a:pt x="78427" y="13228"/>
                    </a:lnTo>
                    <a:lnTo>
                      <a:pt x="78427" y="13026"/>
                    </a:lnTo>
                    <a:lnTo>
                      <a:pt x="78427" y="12836"/>
                    </a:lnTo>
                    <a:lnTo>
                      <a:pt x="78427" y="12645"/>
                    </a:lnTo>
                    <a:lnTo>
                      <a:pt x="78427" y="12443"/>
                    </a:lnTo>
                    <a:lnTo>
                      <a:pt x="78427" y="12252"/>
                    </a:lnTo>
                    <a:lnTo>
                      <a:pt x="78427" y="12062"/>
                    </a:lnTo>
                    <a:lnTo>
                      <a:pt x="78427" y="11859"/>
                    </a:lnTo>
                    <a:lnTo>
                      <a:pt x="78427" y="11669"/>
                    </a:lnTo>
                    <a:lnTo>
                      <a:pt x="78427" y="11478"/>
                    </a:lnTo>
                    <a:lnTo>
                      <a:pt x="78427" y="11276"/>
                    </a:lnTo>
                    <a:lnTo>
                      <a:pt x="78427" y="11085"/>
                    </a:lnTo>
                    <a:lnTo>
                      <a:pt x="78427" y="10895"/>
                    </a:lnTo>
                    <a:lnTo>
                      <a:pt x="78427" y="10692"/>
                    </a:lnTo>
                    <a:lnTo>
                      <a:pt x="78427" y="10502"/>
                    </a:lnTo>
                    <a:lnTo>
                      <a:pt x="78427" y="10311"/>
                    </a:lnTo>
                    <a:lnTo>
                      <a:pt x="78427" y="10109"/>
                    </a:lnTo>
                    <a:lnTo>
                      <a:pt x="78427" y="9919"/>
                    </a:lnTo>
                    <a:lnTo>
                      <a:pt x="78427" y="9728"/>
                    </a:lnTo>
                    <a:lnTo>
                      <a:pt x="78427" y="9526"/>
                    </a:lnTo>
                    <a:lnTo>
                      <a:pt x="78427" y="9335"/>
                    </a:lnTo>
                    <a:lnTo>
                      <a:pt x="78427" y="9145"/>
                    </a:lnTo>
                    <a:lnTo>
                      <a:pt x="78427" y="8942"/>
                    </a:lnTo>
                    <a:lnTo>
                      <a:pt x="78427" y="8752"/>
                    </a:lnTo>
                    <a:lnTo>
                      <a:pt x="78427" y="8561"/>
                    </a:lnTo>
                    <a:lnTo>
                      <a:pt x="78427" y="8359"/>
                    </a:lnTo>
                    <a:lnTo>
                      <a:pt x="78427" y="8168"/>
                    </a:lnTo>
                    <a:lnTo>
                      <a:pt x="78427" y="7978"/>
                    </a:lnTo>
                    <a:lnTo>
                      <a:pt x="78427" y="7775"/>
                    </a:lnTo>
                    <a:lnTo>
                      <a:pt x="78427" y="7585"/>
                    </a:lnTo>
                    <a:lnTo>
                      <a:pt x="78427" y="7394"/>
                    </a:lnTo>
                    <a:lnTo>
                      <a:pt x="78427" y="7192"/>
                    </a:lnTo>
                    <a:lnTo>
                      <a:pt x="78427" y="7002"/>
                    </a:lnTo>
                    <a:lnTo>
                      <a:pt x="78427" y="6811"/>
                    </a:lnTo>
                    <a:lnTo>
                      <a:pt x="78427" y="6609"/>
                    </a:lnTo>
                    <a:lnTo>
                      <a:pt x="78427" y="6418"/>
                    </a:lnTo>
                    <a:lnTo>
                      <a:pt x="78427" y="6228"/>
                    </a:lnTo>
                    <a:lnTo>
                      <a:pt x="78427" y="6025"/>
                    </a:lnTo>
                    <a:lnTo>
                      <a:pt x="78427" y="5835"/>
                    </a:lnTo>
                    <a:lnTo>
                      <a:pt x="78427" y="5644"/>
                    </a:lnTo>
                    <a:lnTo>
                      <a:pt x="78427" y="5442"/>
                    </a:lnTo>
                    <a:lnTo>
                      <a:pt x="78427" y="5251"/>
                    </a:lnTo>
                    <a:lnTo>
                      <a:pt x="78427" y="5061"/>
                    </a:lnTo>
                    <a:lnTo>
                      <a:pt x="78427" y="4858"/>
                    </a:lnTo>
                    <a:lnTo>
                      <a:pt x="78427" y="4668"/>
                    </a:lnTo>
                    <a:lnTo>
                      <a:pt x="78427" y="4477"/>
                    </a:lnTo>
                    <a:lnTo>
                      <a:pt x="78427" y="4275"/>
                    </a:lnTo>
                    <a:lnTo>
                      <a:pt x="78427" y="4085"/>
                    </a:lnTo>
                    <a:lnTo>
                      <a:pt x="78427" y="3894"/>
                    </a:lnTo>
                    <a:lnTo>
                      <a:pt x="78427" y="3692"/>
                    </a:lnTo>
                    <a:lnTo>
                      <a:pt x="78427" y="3501"/>
                    </a:lnTo>
                    <a:lnTo>
                      <a:pt x="78427" y="3311"/>
                    </a:lnTo>
                    <a:lnTo>
                      <a:pt x="78427" y="3108"/>
                    </a:lnTo>
                    <a:lnTo>
                      <a:pt x="78427" y="2918"/>
                    </a:lnTo>
                    <a:lnTo>
                      <a:pt x="78427" y="2727"/>
                    </a:lnTo>
                    <a:lnTo>
                      <a:pt x="78427" y="2525"/>
                    </a:lnTo>
                    <a:lnTo>
                      <a:pt x="78427" y="2334"/>
                    </a:lnTo>
                    <a:lnTo>
                      <a:pt x="78427" y="2144"/>
                    </a:lnTo>
                    <a:lnTo>
                      <a:pt x="78427" y="1941"/>
                    </a:lnTo>
                    <a:lnTo>
                      <a:pt x="78427" y="1751"/>
                    </a:lnTo>
                    <a:lnTo>
                      <a:pt x="78427" y="1560"/>
                    </a:lnTo>
                    <a:lnTo>
                      <a:pt x="78427" y="1358"/>
                    </a:lnTo>
                    <a:lnTo>
                      <a:pt x="78427" y="1167"/>
                    </a:lnTo>
                    <a:lnTo>
                      <a:pt x="78427" y="977"/>
                    </a:lnTo>
                    <a:lnTo>
                      <a:pt x="78427" y="775"/>
                    </a:lnTo>
                    <a:lnTo>
                      <a:pt x="78427" y="584"/>
                    </a:lnTo>
                    <a:lnTo>
                      <a:pt x="78427" y="394"/>
                    </a:lnTo>
                    <a:lnTo>
                      <a:pt x="78427" y="191"/>
                    </a:lnTo>
                    <a:lnTo>
                      <a:pt x="78427" y="1"/>
                    </a:lnTo>
                    <a:lnTo>
                      <a:pt x="78212" y="1"/>
                    </a:lnTo>
                    <a:cubicBezTo>
                      <a:pt x="78224" y="858"/>
                      <a:pt x="77760" y="1644"/>
                      <a:pt x="77022" y="2072"/>
                    </a:cubicBezTo>
                    <a:lnTo>
                      <a:pt x="41720" y="22444"/>
                    </a:lnTo>
                    <a:cubicBezTo>
                      <a:pt x="40946" y="22890"/>
                      <a:pt x="40083" y="23114"/>
                      <a:pt x="39218" y="23114"/>
                    </a:cubicBezTo>
                    <a:cubicBezTo>
                      <a:pt x="38353" y="23114"/>
                      <a:pt x="37487" y="22890"/>
                      <a:pt x="36707" y="22444"/>
                    </a:cubicBezTo>
                    <a:lnTo>
                      <a:pt x="1417" y="2072"/>
                    </a:lnTo>
                    <a:cubicBezTo>
                      <a:pt x="667" y="1644"/>
                      <a:pt x="215" y="858"/>
                      <a:pt x="226" y="1"/>
                    </a:cubicBezTo>
                    <a:close/>
                  </a:path>
                </a:pathLst>
              </a:custGeom>
              <a:gradFill>
                <a:gsLst>
                  <a:gs pos="0">
                    <a:srgbClr val="A0FDF1">
                      <a:alpha val="41568"/>
                      <a:alpha val="41520"/>
                    </a:srgbClr>
                  </a:gs>
                  <a:gs pos="100000">
                    <a:srgbClr val="FFFFFF">
                      <a:alpha val="37254"/>
                      <a:alpha val="41520"/>
                    </a:srgbClr>
                  </a:gs>
                </a:gsLst>
                <a:lin ang="5400012" scaled="0"/>
              </a:grad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190" name="Google Shape;385;p17"/>
              <p:cNvSpPr/>
              <p:nvPr/>
            </p:nvSpPr>
            <p:spPr>
              <a:xfrm>
                <a:off x="5553063" y="1487604"/>
                <a:ext cx="1981525" cy="1164300"/>
              </a:xfrm>
              <a:custGeom>
                <a:avLst/>
                <a:gdLst/>
                <a:ahLst/>
                <a:cxnLst/>
                <a:rect l="l" t="t" r="r" b="b"/>
                <a:pathLst>
                  <a:path w="79261" h="46572" extrusionOk="0">
                    <a:moveTo>
                      <a:pt x="39635" y="1"/>
                    </a:moveTo>
                    <a:cubicBezTo>
                      <a:pt x="38749" y="1"/>
                      <a:pt x="37862" y="230"/>
                      <a:pt x="37065" y="688"/>
                    </a:cubicBezTo>
                    <a:lnTo>
                      <a:pt x="1679" y="21119"/>
                    </a:lnTo>
                    <a:cubicBezTo>
                      <a:pt x="1" y="22084"/>
                      <a:pt x="1" y="24489"/>
                      <a:pt x="1679" y="25453"/>
                    </a:cubicBezTo>
                    <a:lnTo>
                      <a:pt x="37065" y="45884"/>
                    </a:lnTo>
                    <a:cubicBezTo>
                      <a:pt x="37862" y="46343"/>
                      <a:pt x="38749" y="46572"/>
                      <a:pt x="39635" y="46572"/>
                    </a:cubicBezTo>
                    <a:cubicBezTo>
                      <a:pt x="40520" y="46572"/>
                      <a:pt x="41405" y="46343"/>
                      <a:pt x="42196" y="45884"/>
                    </a:cubicBezTo>
                    <a:lnTo>
                      <a:pt x="77594" y="25453"/>
                    </a:lnTo>
                    <a:cubicBezTo>
                      <a:pt x="79260" y="24489"/>
                      <a:pt x="79260" y="22084"/>
                      <a:pt x="77594" y="21119"/>
                    </a:cubicBezTo>
                    <a:lnTo>
                      <a:pt x="42196" y="688"/>
                    </a:lnTo>
                    <a:cubicBezTo>
                      <a:pt x="41405" y="230"/>
                      <a:pt x="40520" y="1"/>
                      <a:pt x="39635" y="1"/>
                    </a:cubicBezTo>
                    <a:close/>
                  </a:path>
                </a:pathLst>
              </a:custGeom>
              <a:solidFill>
                <a:srgbClr val="A0FDF1">
                  <a:alpha val="41520"/>
                </a:srgbClr>
              </a:solid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spTree>
  </p:cSld>
  <p:clrMapOvr>
    <a:masterClrMapping/>
  </p:clrMapOvr>
</p:sld>
</file>

<file path=ppt/theme/theme1.xml><?xml version="1.0" encoding="utf-8"?>
<a:theme xmlns:a="http://schemas.openxmlformats.org/drawingml/2006/main" name="Data Migration Process Infographics by Slidesgo">
  <a:themeElements>
    <a:clrScheme name="Simple Light">
      <a:dk1>
        <a:srgbClr val="000000"/>
      </a:dk1>
      <a:lt1>
        <a:srgbClr val="FFFFFF"/>
      </a:lt1>
      <a:dk2>
        <a:srgbClr val="DDDDDD"/>
      </a:dk2>
      <a:lt2>
        <a:srgbClr val="293E8D"/>
      </a:lt2>
      <a:accent1>
        <a:srgbClr val="4335AF"/>
      </a:accent1>
      <a:accent2>
        <a:srgbClr val="9659F4"/>
      </a:accent2>
      <a:accent3>
        <a:srgbClr val="5CCFFB"/>
      </a:accent3>
      <a:accent4>
        <a:srgbClr val="A0FDF1"/>
      </a:accent4>
      <a:accent5>
        <a:srgbClr val="FCCAF5"/>
      </a:accent5>
      <a:accent6>
        <a:srgbClr val="FA72DC"/>
      </a:accent6>
      <a:hlink>
        <a:srgbClr val="2134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2349</Words>
  <Application>WPS Presentation</Application>
  <PresentationFormat/>
  <Paragraphs>62</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SimSun</vt:lpstr>
      <vt:lpstr>Wingdings</vt:lpstr>
      <vt:lpstr>Arial</vt:lpstr>
      <vt:lpstr>DejaVu Sans</vt:lpstr>
      <vt:lpstr>Fira Sans Extra Condensed SemiBold</vt:lpstr>
      <vt:lpstr>C059</vt:lpstr>
      <vt:lpstr>Roboto</vt:lpstr>
      <vt:lpstr>Microsoft YaHei</vt:lpstr>
      <vt:lpstr>Droid Sans Fallback</vt:lpstr>
      <vt:lpstr>Arial Unicode MS</vt:lpstr>
      <vt:lpstr>Noto Color Emoji</vt:lpstr>
      <vt:lpstr>Data Migration Process Infographics by Slidesgo</vt:lpstr>
      <vt:lpstr>República Bolivariana de Venezuela Ministerio del Poder Popular para la Educación Universitaria Universidad Politécnica Territorial “José Félix Ribas” Núcleo Socopó Socopó, Estado Barinas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Gracias por su atencion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República Bolivariana de Venezuela Ministerio del Poder Popular para la Educación Universitaria Universidad Politécnica Territorial “José Félix Ribas” Núcleo Socopó Socopó, Estado Barinas</dc:title>
  <dc:creator/>
  <cp:lastModifiedBy>pc</cp:lastModifiedBy>
  <cp:revision>49</cp:revision>
  <dcterms:created xsi:type="dcterms:W3CDTF">2025-05-30T23:40:51Z</dcterms:created>
  <dcterms:modified xsi:type="dcterms:W3CDTF">2025-05-30T23:40:51Z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