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3"/>
    <p:sldMasterId id="2147483683" r:id="rId4"/>
    <p:sldMasterId id="2147483686" r:id="rId5"/>
    <p:sldMasterId id="2147483689" r:id="rId6"/>
  </p:sldMasterIdLst>
  <p:notesMasterIdLst>
    <p:notesMasterId r:id="rId14"/>
  </p:notesMasterIdLst>
  <p:sldIdLst>
    <p:sldId id="256" r:id="rId7"/>
    <p:sldId id="257" r:id="rId8"/>
    <p:sldId id="258" r:id="rId9"/>
    <p:sldId id="259" r:id="rId10"/>
    <p:sldId id="297" r:id="rId11"/>
    <p:sldId id="260" r:id="rId12"/>
    <p:sldId id="261" r:id="rId13"/>
    <p:sldId id="280" r:id="rId15"/>
    <p:sldId id="278" r:id="rId16"/>
    <p:sldId id="268" r:id="rId17"/>
    <p:sldId id="279" r:id="rId18"/>
    <p:sldId id="282" r:id="rId19"/>
    <p:sldId id="284" r:id="rId20"/>
    <p:sldId id="285" r:id="rId21"/>
    <p:sldId id="286" r:id="rId22"/>
    <p:sldId id="287" r:id="rId23"/>
    <p:sldId id="288" r:id="rId24"/>
    <p:sldId id="263" r:id="rId25"/>
    <p:sldId id="264" r:id="rId26"/>
    <p:sldId id="262" r:id="rId27"/>
    <p:sldId id="265" r:id="rId28"/>
    <p:sldId id="277" r:id="rId29"/>
    <p:sldId id="276" r:id="rId30"/>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notesMaster" Target="notesMasters/notesMaster1.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freepik.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freepik.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0" name="PlaceHolder 1"/>
          <p:cNvSpPr>
            <a:spLocks noGrp="1"/>
          </p:cNvSpPr>
          <p:nvPr>
            <p:ph type="title" hasCustomPrompt="1"/>
          </p:nvPr>
        </p:nvSpPr>
        <p:spPr>
          <a:xfrm>
            <a:off x="713160" y="1014480"/>
            <a:ext cx="5601960" cy="2219400"/>
          </a:xfrm>
          <a:prstGeom prst="rect">
            <a:avLst/>
          </a:prstGeom>
          <a:noFill/>
          <a:ln w="0">
            <a:noFill/>
          </a:ln>
        </p:spPr>
        <p:txBody>
          <a:bodyPr lIns="91440" tIns="91440" rIns="91440" bIns="91440" anchor="b">
            <a:noAutofit/>
          </a:bodyPr>
          <a:p>
            <a:pPr indent="0">
              <a:buNone/>
            </a:pPr>
            <a:r>
              <a:rPr lang="fr-FR" sz="3600" b="0" u="none" strike="noStrike">
                <a:solidFill>
                  <a:schemeClr val="dk1"/>
                </a:solidFill>
                <a:effectLst/>
                <a:uFillTx/>
                <a:latin typeface="Arial"/>
              </a:rPr>
              <a:t>Click to edit the title text format</a:t>
            </a:r>
            <a:endParaRPr lang="fr-FR" sz="3600" b="0" u="none" strike="noStrike">
              <a:solidFill>
                <a:schemeClr val="dk1"/>
              </a:solidFill>
              <a:effectLst/>
              <a:uFillTx/>
              <a:latin typeface="Arial"/>
            </a:endParaRPr>
          </a:p>
        </p:txBody>
      </p:sp>
      <p:sp>
        <p:nvSpPr>
          <p:cNvPr id="2" name="Google Shape;11;p2"/>
          <p:cNvSpPr/>
          <p:nvPr/>
        </p:nvSpPr>
        <p:spPr>
          <a:xfrm>
            <a:off x="829116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 name="Google Shape;12;p2"/>
          <p:cNvGrpSpPr/>
          <p:nvPr/>
        </p:nvGrpSpPr>
        <p:grpSpPr>
          <a:xfrm>
            <a:off x="-55080" y="539280"/>
            <a:ext cx="9198720" cy="4604040"/>
            <a:chOff x="-55080" y="539280"/>
            <a:chExt cx="9198720" cy="4604040"/>
          </a:xfrm>
        </p:grpSpPr>
        <p:cxnSp>
          <p:nvCxnSpPr>
            <p:cNvPr id="4" name="Google Shape;13;p2"/>
            <p:cNvCxnSpPr/>
            <p:nvPr/>
          </p:nvCxnSpPr>
          <p:spPr>
            <a:xfrm>
              <a:off x="-55080" y="4608360"/>
              <a:ext cx="4870800" cy="360"/>
            </a:xfrm>
            <a:prstGeom prst="straightConnector1">
              <a:avLst/>
            </a:prstGeom>
            <a:ln w="9525">
              <a:solidFill>
                <a:srgbClr val="0A0A0A"/>
              </a:solidFill>
              <a:round/>
            </a:ln>
          </p:spPr>
        </p:cxnSp>
        <p:cxnSp>
          <p:nvCxnSpPr>
            <p:cNvPr id="5" name="Google Shape;14;p2"/>
            <p:cNvCxnSpPr/>
            <p:nvPr/>
          </p:nvCxnSpPr>
          <p:spPr>
            <a:xfrm>
              <a:off x="4751640" y="539280"/>
              <a:ext cx="4392360" cy="360"/>
            </a:xfrm>
            <a:prstGeom prst="straightConnector1">
              <a:avLst/>
            </a:prstGeom>
            <a:ln w="9525">
              <a:solidFill>
                <a:srgbClr val="0A0A0A"/>
              </a:solidFill>
              <a:round/>
            </a:ln>
          </p:spPr>
        </p:cxnSp>
        <p:cxnSp>
          <p:nvCxnSpPr>
            <p:cNvPr id="6" name="Google Shape;15;p2"/>
            <p:cNvCxnSpPr/>
            <p:nvPr/>
          </p:nvCxnSpPr>
          <p:spPr>
            <a:xfrm flipV="1">
              <a:off x="8430480" y="804960"/>
              <a:ext cx="360" cy="4338720"/>
            </a:xfrm>
            <a:prstGeom prst="straightConnector1">
              <a:avLst/>
            </a:prstGeom>
            <a:ln w="9525">
              <a:solidFill>
                <a:srgbClr val="0A0A0A"/>
              </a:solidFill>
              <a:round/>
            </a:ln>
          </p:spPr>
        </p:cxnSp>
      </p:grpSp>
      <p:sp>
        <p:nvSpPr>
          <p:cNvPr id="7"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Fifth Outline Level</a:t>
            </a:r>
            <a:endParaRPr lang="fr-FR" sz="20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Sixth Outline Level</a:t>
            </a:r>
            <a:endParaRPr lang="fr-FR" sz="20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Seventh Outline Level</a:t>
            </a:r>
            <a:endParaRPr lang="fr-FR" sz="20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hasCustomPrompt="1"/>
          </p:nvPr>
        </p:nvSpPr>
        <p:spPr>
          <a:xfrm>
            <a:off x="1604520" y="1354680"/>
            <a:ext cx="5934960" cy="1844280"/>
          </a:xfrm>
          <a:prstGeom prst="rect">
            <a:avLst/>
          </a:prstGeom>
          <a:noFill/>
          <a:ln w="0">
            <a:noFill/>
          </a:ln>
        </p:spPr>
        <p:txBody>
          <a:bodyPr lIns="91440" tIns="91440" rIns="91440" bIns="91440" anchor="ctr">
            <a:noAutofit/>
          </a:bodyPr>
          <a:p>
            <a:pPr indent="0" algn="ctr">
              <a:lnSpc>
                <a:spcPct val="100000"/>
              </a:lnSpc>
              <a:buNone/>
            </a:pPr>
            <a:r>
              <a:rPr lang="fr-FR" sz="7400" b="0" u="none" strike="noStrike">
                <a:solidFill>
                  <a:schemeClr val="dk1"/>
                </a:solidFill>
                <a:effectLst/>
                <a:uFillTx/>
                <a:latin typeface="Golos Text"/>
                <a:ea typeface="Golos Text"/>
              </a:rPr>
              <a:t>xx%</a:t>
            </a:r>
            <a:endParaRPr lang="fr-FR" sz="7400" b="0" u="none" strike="noStrike">
              <a:solidFill>
                <a:schemeClr val="dk1"/>
              </a:solidFill>
              <a:effectLst/>
              <a:uFillTx/>
              <a:latin typeface="Arial"/>
            </a:endParaRPr>
          </a:p>
        </p:txBody>
      </p:sp>
      <p:sp>
        <p:nvSpPr>
          <p:cNvPr id="8" name="Google Shape;71;p11"/>
          <p:cNvSpPr/>
          <p:nvPr/>
        </p:nvSpPr>
        <p:spPr>
          <a:xfrm rot="10800000">
            <a:off x="-54720" y="36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 name="Google Shape;72;p11"/>
          <p:cNvGrpSpPr/>
          <p:nvPr/>
        </p:nvGrpSpPr>
        <p:grpSpPr>
          <a:xfrm>
            <a:off x="-55080" y="0"/>
            <a:ext cx="9199080" cy="4603680"/>
            <a:chOff x="-55080" y="0"/>
            <a:chExt cx="9199080" cy="4603680"/>
          </a:xfrm>
        </p:grpSpPr>
        <p:cxnSp>
          <p:nvCxnSpPr>
            <p:cNvPr id="10" name="Google Shape;73;p11"/>
            <p:cNvCxnSpPr/>
            <p:nvPr/>
          </p:nvCxnSpPr>
          <p:spPr>
            <a:xfrm flipH="1">
              <a:off x="4580280" y="534600"/>
              <a:ext cx="4564080" cy="360"/>
            </a:xfrm>
            <a:prstGeom prst="straightConnector1">
              <a:avLst/>
            </a:prstGeom>
            <a:ln w="9525">
              <a:solidFill>
                <a:srgbClr val="0A0A0A"/>
              </a:solidFill>
              <a:round/>
            </a:ln>
          </p:spPr>
        </p:cxnSp>
        <p:cxnSp>
          <p:nvCxnSpPr>
            <p:cNvPr id="11" name="Google Shape;74;p11"/>
            <p:cNvCxnSpPr/>
            <p:nvPr/>
          </p:nvCxnSpPr>
          <p:spPr>
            <a:xfrm flipH="1">
              <a:off x="-55080" y="4603680"/>
              <a:ext cx="6567480" cy="360"/>
            </a:xfrm>
            <a:prstGeom prst="straightConnector1">
              <a:avLst/>
            </a:prstGeom>
            <a:ln w="9525">
              <a:solidFill>
                <a:srgbClr val="0A0A0A"/>
              </a:solidFill>
              <a:round/>
            </a:ln>
          </p:spPr>
        </p:cxnSp>
        <p:cxnSp>
          <p:nvCxnSpPr>
            <p:cNvPr id="12" name="Google Shape;75;p11"/>
            <p:cNvCxnSpPr/>
            <p:nvPr/>
          </p:nvCxnSpPr>
          <p:spPr>
            <a:xfrm>
              <a:off x="657720" y="0"/>
              <a:ext cx="360" cy="4338360"/>
            </a:xfrm>
            <a:prstGeom prst="straightConnector1">
              <a:avLst/>
            </a:prstGeom>
            <a:ln w="9525">
              <a:solidFill>
                <a:srgbClr val="0A0A0A"/>
              </a:solidFill>
              <a:roun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2_1_2">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hasCustomPrompt="1"/>
          </p:nvPr>
        </p:nvSpPr>
        <p:spPr>
          <a:xfrm>
            <a:off x="2370960" y="572760"/>
            <a:ext cx="4401720" cy="738720"/>
          </a:xfrm>
          <a:prstGeom prst="rect">
            <a:avLst/>
          </a:prstGeom>
          <a:noFill/>
          <a:ln w="0">
            <a:noFill/>
          </a:ln>
        </p:spPr>
        <p:txBody>
          <a:bodyPr lIns="91440" tIns="91440" rIns="91440" bIns="91440" anchor="b">
            <a:noAutofit/>
          </a:bodyPr>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sp>
        <p:nvSpPr>
          <p:cNvPr id="31" name="PlaceHolder 2"/>
          <p:cNvSpPr>
            <a:spLocks noGrp="1"/>
          </p:cNvSpPr>
          <p:nvPr>
            <p:ph type="title" hasCustomPrompt="1"/>
          </p:nvPr>
        </p:nvSpPr>
        <p:spPr>
          <a:xfrm>
            <a:off x="2370960" y="3382560"/>
            <a:ext cx="4401720" cy="738720"/>
          </a:xfrm>
          <a:prstGeom prst="rect">
            <a:avLst/>
          </a:prstGeom>
          <a:noFill/>
          <a:ln w="0">
            <a:noFill/>
          </a:ln>
        </p:spPr>
        <p:txBody>
          <a:bodyPr lIns="91440" tIns="91440" rIns="91440" bIns="91440" anchor="b">
            <a:noAutofit/>
          </a:bodyPr>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sp>
        <p:nvSpPr>
          <p:cNvPr id="32" name="PlaceHolder 3"/>
          <p:cNvSpPr>
            <a:spLocks noGrp="1"/>
          </p:cNvSpPr>
          <p:nvPr>
            <p:ph type="title" hasCustomPrompt="1"/>
          </p:nvPr>
        </p:nvSpPr>
        <p:spPr>
          <a:xfrm>
            <a:off x="2370960" y="1977840"/>
            <a:ext cx="4401720" cy="738720"/>
          </a:xfrm>
          <a:prstGeom prst="rect">
            <a:avLst/>
          </a:prstGeom>
          <a:noFill/>
          <a:ln w="0">
            <a:noFill/>
          </a:ln>
        </p:spPr>
        <p:txBody>
          <a:bodyPr lIns="91440" tIns="91440" rIns="91440" bIns="91440" anchor="b">
            <a:noAutofit/>
          </a:bodyPr>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grpSp>
        <p:nvGrpSpPr>
          <p:cNvPr id="33" name="Google Shape;121;p17"/>
          <p:cNvGrpSpPr/>
          <p:nvPr/>
        </p:nvGrpSpPr>
        <p:grpSpPr>
          <a:xfrm>
            <a:off x="711000" y="0"/>
            <a:ext cx="7719480" cy="5143320"/>
            <a:chOff x="711000" y="0"/>
            <a:chExt cx="7719480" cy="5143320"/>
          </a:xfrm>
        </p:grpSpPr>
        <p:cxnSp>
          <p:nvCxnSpPr>
            <p:cNvPr id="34" name="Google Shape;122;p17"/>
            <p:cNvCxnSpPr/>
            <p:nvPr/>
          </p:nvCxnSpPr>
          <p:spPr>
            <a:xfrm flipV="1">
              <a:off x="711000" y="2191320"/>
              <a:ext cx="360" cy="2952360"/>
            </a:xfrm>
            <a:prstGeom prst="straightConnector1">
              <a:avLst/>
            </a:prstGeom>
            <a:ln w="9525">
              <a:solidFill>
                <a:srgbClr val="0A0A0A"/>
              </a:solidFill>
              <a:round/>
            </a:ln>
          </p:spPr>
        </p:cxnSp>
        <p:cxnSp>
          <p:nvCxnSpPr>
            <p:cNvPr id="35" name="Google Shape;123;p17"/>
            <p:cNvCxnSpPr/>
            <p:nvPr/>
          </p:nvCxnSpPr>
          <p:spPr>
            <a:xfrm flipV="1">
              <a:off x="8430480" y="0"/>
              <a:ext cx="360" cy="2191680"/>
            </a:xfrm>
            <a:prstGeom prst="straightConnector1">
              <a:avLst/>
            </a:prstGeom>
            <a:ln w="9525">
              <a:solidFill>
                <a:srgbClr val="0A0A0A"/>
              </a:solidFill>
              <a:roun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2_1_1_1">
    <p:bg>
      <p:bgPr>
        <a:solidFill>
          <a:schemeClr val="lt1"/>
        </a:solidFill>
        <a:effectLst/>
      </p:bgPr>
    </p:bg>
    <p:spTree>
      <p:nvGrpSpPr>
        <p:cNvPr id="1" name=""/>
        <p:cNvGrpSpPr/>
        <p:nvPr/>
      </p:nvGrpSpPr>
      <p:grpSpPr>
        <a:xfrm>
          <a:off x="0" y="0"/>
          <a:ext cx="0" cy="0"/>
          <a:chOff x="0" y="0"/>
          <a:chExt cx="0" cy="0"/>
        </a:xfrm>
      </p:grpSpPr>
      <p:grpSp>
        <p:nvGrpSpPr>
          <p:cNvPr id="42" name="Google Shape;133;p20"/>
          <p:cNvGrpSpPr/>
          <p:nvPr/>
        </p:nvGrpSpPr>
        <p:grpSpPr>
          <a:xfrm>
            <a:off x="0" y="0"/>
            <a:ext cx="9144000" cy="5143320"/>
            <a:chOff x="0" y="0"/>
            <a:chExt cx="9144000" cy="5143320"/>
          </a:xfrm>
        </p:grpSpPr>
        <p:sp>
          <p:nvSpPr>
            <p:cNvPr id="43" name="Google Shape;134;p20"/>
            <p:cNvSpPr/>
            <p:nvPr/>
          </p:nvSpPr>
          <p:spPr>
            <a:xfrm>
              <a:off x="4186080" y="4426560"/>
              <a:ext cx="4957920" cy="71064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135;p20"/>
            <p:cNvSpPr/>
            <p:nvPr/>
          </p:nvSpPr>
          <p:spPr>
            <a:xfrm>
              <a:off x="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5" name="PlaceHolder 1"/>
          <p:cNvSpPr>
            <a:spLocks noGrp="1"/>
          </p:cNvSpPr>
          <p:nvPr>
            <p:ph type="title" hasCustomPrompt="1"/>
          </p:nvPr>
        </p:nvSpPr>
        <p:spPr>
          <a:xfrm>
            <a:off x="4082400" y="544320"/>
            <a:ext cx="4223880" cy="1203120"/>
          </a:xfrm>
          <a:prstGeom prst="rect">
            <a:avLst/>
          </a:prstGeom>
          <a:noFill/>
          <a:ln w="0">
            <a:noFill/>
          </a:ln>
        </p:spPr>
        <p:txBody>
          <a:bodyPr lIns="91440" tIns="91440" rIns="91440" bIns="91440" anchor="b">
            <a:noAutofit/>
          </a:bodyPr>
          <a:p>
            <a:pPr indent="0">
              <a:buNone/>
            </a:pPr>
            <a:r>
              <a:rPr lang="fr-FR" sz="4500" b="0" u="none" strike="noStrike">
                <a:solidFill>
                  <a:schemeClr val="dk1"/>
                </a:solidFill>
                <a:effectLst/>
                <a:uFillTx/>
                <a:latin typeface="Arial"/>
              </a:rPr>
              <a:t>Click to edit the title text format</a:t>
            </a:r>
            <a:endParaRPr lang="fr-FR" sz="4500" b="0" u="none" strike="noStrike">
              <a:solidFill>
                <a:schemeClr val="dk1"/>
              </a:solidFill>
              <a:effectLst/>
              <a:uFillTx/>
              <a:latin typeface="Arial"/>
            </a:endParaRPr>
          </a:p>
        </p:txBody>
      </p:sp>
      <p:grpSp>
        <p:nvGrpSpPr>
          <p:cNvPr id="46" name="Google Shape;138;p20"/>
          <p:cNvGrpSpPr/>
          <p:nvPr/>
        </p:nvGrpSpPr>
        <p:grpSpPr>
          <a:xfrm>
            <a:off x="0" y="539280"/>
            <a:ext cx="8430480" cy="4604040"/>
            <a:chOff x="0" y="539280"/>
            <a:chExt cx="8430480" cy="4604040"/>
          </a:xfrm>
        </p:grpSpPr>
        <p:cxnSp>
          <p:nvCxnSpPr>
            <p:cNvPr id="47" name="Google Shape;139;p20"/>
            <p:cNvCxnSpPr/>
            <p:nvPr/>
          </p:nvCxnSpPr>
          <p:spPr>
            <a:xfrm flipV="1">
              <a:off x="8430480" y="804960"/>
              <a:ext cx="360" cy="4338720"/>
            </a:xfrm>
            <a:prstGeom prst="straightConnector1">
              <a:avLst/>
            </a:prstGeom>
            <a:ln w="9525">
              <a:solidFill>
                <a:srgbClr val="0A0A0A"/>
              </a:solidFill>
              <a:round/>
            </a:ln>
          </p:spPr>
        </p:cxnSp>
        <p:cxnSp>
          <p:nvCxnSpPr>
            <p:cNvPr id="48" name="Google Shape;140;p20"/>
            <p:cNvCxnSpPr/>
            <p:nvPr/>
          </p:nvCxnSpPr>
          <p:spPr>
            <a:xfrm flipH="1">
              <a:off x="0" y="539280"/>
              <a:ext cx="4337280" cy="360"/>
            </a:xfrm>
            <a:prstGeom prst="straightConnector1">
              <a:avLst/>
            </a:prstGeom>
            <a:ln w="9525">
              <a:solidFill>
                <a:srgbClr val="0A0A0A"/>
              </a:solidFill>
              <a:round/>
            </a:ln>
          </p:spPr>
        </p:cxnSp>
      </p:grpSp>
      <p:sp>
        <p:nvSpPr>
          <p:cNvPr id="49" name="PlaceHolder 2"/>
          <p:cNvSpPr>
            <a:spLocks noGrp="1"/>
          </p:cNvSpPr>
          <p:nvPr>
            <p:ph type="body" hasCustomPrompt="1"/>
          </p:nvPr>
        </p:nvSpPr>
        <p:spPr>
          <a:xfrm>
            <a:off x="592200" y="544320"/>
            <a:ext cx="3311640" cy="3883680"/>
          </a:xfrm>
          <a:prstGeom prst="rect">
            <a:avLst/>
          </a:prstGeom>
          <a:noFill/>
          <a:ln w="0">
            <a:noFill/>
          </a:ln>
        </p:spPr>
        <p:txBody>
          <a:bodyPr lIns="90000" tIns="45000" rIns="90000" bIns="45000" anchor="t">
            <a:normAutofit fontScale="70000" lnSpcReduction="1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Click to edit the outline text format</a:t>
            </a:r>
            <a:endParaRPr lang="fr-FR" sz="18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fr-FR" sz="18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Third Outline Level</a:t>
            </a:r>
            <a:endParaRPr lang="fr-FR" sz="18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fr-FR" sz="18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Fifth Outline Level</a:t>
            </a:r>
            <a:endParaRPr lang="fr-FR" sz="18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Sixth Outline Level</a:t>
            </a:r>
            <a:endParaRPr lang="fr-FR" sz="18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Seventh Outline Level</a:t>
            </a:r>
            <a:endParaRPr lang="fr-FR" sz="18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body" hasCustomPrompt="1"/>
          </p:nvPr>
        </p:nvSpPr>
        <p:spPr>
          <a:xfrm>
            <a:off x="1691280" y="1759320"/>
            <a:ext cx="5761440" cy="209232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Fifth Outline Level</a:t>
            </a:r>
            <a:endParaRPr lang="fr-FR" sz="14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Sixth Outline Level</a:t>
            </a:r>
            <a:endParaRPr lang="fr-FR" sz="14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Seventh Outline Level</a:t>
            </a:r>
            <a:endParaRPr lang="fr-FR" sz="1400" b="0" u="none" strike="noStrike">
              <a:solidFill>
                <a:srgbClr val="000000"/>
              </a:solidFill>
              <a:effectLst/>
              <a:uFillTx/>
              <a:latin typeface="Arial"/>
            </a:endParaRPr>
          </a:p>
        </p:txBody>
      </p:sp>
      <p:sp>
        <p:nvSpPr>
          <p:cNvPr id="55" name="PlaceHolder 2"/>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56" name="Google Shape;145;p21"/>
          <p:cNvSpPr/>
          <p:nvPr/>
        </p:nvSpPr>
        <p:spPr>
          <a:xfrm flipH="1">
            <a:off x="-720" y="4875840"/>
            <a:ext cx="914364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 name="Google Shape;146;p21"/>
          <p:cNvGrpSpPr/>
          <p:nvPr/>
        </p:nvGrpSpPr>
        <p:grpSpPr>
          <a:xfrm>
            <a:off x="276480" y="267120"/>
            <a:ext cx="8860320" cy="4876200"/>
            <a:chOff x="276480" y="267120"/>
            <a:chExt cx="8860320" cy="4876200"/>
          </a:xfrm>
        </p:grpSpPr>
        <p:cxnSp>
          <p:nvCxnSpPr>
            <p:cNvPr id="58" name="Google Shape;147;p21"/>
            <p:cNvCxnSpPr/>
            <p:nvPr/>
          </p:nvCxnSpPr>
          <p:spPr>
            <a:xfrm flipV="1">
              <a:off x="276480" y="2571840"/>
              <a:ext cx="360" cy="2571840"/>
            </a:xfrm>
            <a:prstGeom prst="straightConnector1">
              <a:avLst/>
            </a:prstGeom>
            <a:ln w="9525">
              <a:solidFill>
                <a:srgbClr val="0A0A0A"/>
              </a:solidFill>
              <a:round/>
            </a:ln>
          </p:spPr>
        </p:cxnSp>
        <p:cxnSp>
          <p:nvCxnSpPr>
            <p:cNvPr id="59" name="Google Shape;148;p21"/>
            <p:cNvCxnSpPr/>
            <p:nvPr/>
          </p:nvCxnSpPr>
          <p:spPr>
            <a:xfrm>
              <a:off x="4564800" y="267120"/>
              <a:ext cx="4572360" cy="360"/>
            </a:xfrm>
            <a:prstGeom prst="straightConnector1">
              <a:avLst/>
            </a:prstGeom>
            <a:ln w="9525">
              <a:solidFill>
                <a:srgbClr val="0A0A0A"/>
              </a:solidFill>
              <a:roun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2_1_1_1_1_1">
    <p:bg>
      <p:bgPr>
        <a:solidFill>
          <a:schemeClr val="lt1"/>
        </a:solidFill>
        <a:effectLst/>
      </p:bgPr>
    </p:bg>
    <p:spTree>
      <p:nvGrpSpPr>
        <p:cNvPr id="1" name=""/>
        <p:cNvGrpSpPr/>
        <p:nvPr/>
      </p:nvGrpSpPr>
      <p:grpSpPr>
        <a:xfrm>
          <a:off x="0" y="0"/>
          <a:ext cx="0" cy="0"/>
          <a:chOff x="0" y="0"/>
          <a:chExt cx="0" cy="0"/>
        </a:xfrm>
      </p:grpSpPr>
      <p:sp>
        <p:nvSpPr>
          <p:cNvPr id="60" name="PlaceHolder 1"/>
          <p:cNvSpPr>
            <a:spLocks noGrp="1"/>
          </p:cNvSpPr>
          <p:nvPr>
            <p:ph type="title" hasCustomPrompt="1"/>
          </p:nvPr>
        </p:nvSpPr>
        <p:spPr>
          <a:xfrm>
            <a:off x="948240" y="1185480"/>
            <a:ext cx="4862880" cy="803520"/>
          </a:xfrm>
          <a:prstGeom prst="rect">
            <a:avLst/>
          </a:prstGeom>
          <a:noFill/>
          <a:ln w="0">
            <a:noFill/>
          </a:ln>
        </p:spPr>
        <p:txBody>
          <a:bodyPr lIns="91440" tIns="91440" rIns="91440" bIns="91440" anchor="b">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61" name="Google Shape;152;p22"/>
          <p:cNvSpPr/>
          <p:nvPr/>
        </p:nvSpPr>
        <p:spPr>
          <a:xfrm rot="10800000" flipH="1">
            <a:off x="8291520" y="36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2" name="Google Shape;153;p22"/>
          <p:cNvGrpSpPr/>
          <p:nvPr/>
        </p:nvGrpSpPr>
        <p:grpSpPr>
          <a:xfrm>
            <a:off x="-55080" y="0"/>
            <a:ext cx="9198720" cy="4603680"/>
            <a:chOff x="-55080" y="0"/>
            <a:chExt cx="9198720" cy="4603680"/>
          </a:xfrm>
        </p:grpSpPr>
        <p:cxnSp>
          <p:nvCxnSpPr>
            <p:cNvPr id="63" name="Google Shape;154;p22"/>
            <p:cNvCxnSpPr/>
            <p:nvPr/>
          </p:nvCxnSpPr>
          <p:spPr>
            <a:xfrm>
              <a:off x="-55080" y="534600"/>
              <a:ext cx="4571640" cy="360"/>
            </a:xfrm>
            <a:prstGeom prst="straightConnector1">
              <a:avLst/>
            </a:prstGeom>
            <a:ln w="9525">
              <a:solidFill>
                <a:srgbClr val="0A0A0A"/>
              </a:solidFill>
              <a:round/>
            </a:ln>
          </p:spPr>
        </p:cxnSp>
        <p:cxnSp>
          <p:nvCxnSpPr>
            <p:cNvPr id="64" name="Google Shape;155;p22"/>
            <p:cNvCxnSpPr/>
            <p:nvPr/>
          </p:nvCxnSpPr>
          <p:spPr>
            <a:xfrm>
              <a:off x="4584960" y="4603680"/>
              <a:ext cx="4559040" cy="360"/>
            </a:xfrm>
            <a:prstGeom prst="straightConnector1">
              <a:avLst/>
            </a:prstGeom>
            <a:ln w="9525">
              <a:solidFill>
                <a:srgbClr val="0A0A0A"/>
              </a:solidFill>
              <a:round/>
            </a:ln>
          </p:spPr>
        </p:cxnSp>
        <p:cxnSp>
          <p:nvCxnSpPr>
            <p:cNvPr id="65" name="Google Shape;156;p22"/>
            <p:cNvCxnSpPr/>
            <p:nvPr/>
          </p:nvCxnSpPr>
          <p:spPr>
            <a:xfrm>
              <a:off x="8430480" y="0"/>
              <a:ext cx="360" cy="4338360"/>
            </a:xfrm>
            <a:prstGeom prst="straightConnector1">
              <a:avLst/>
            </a:prstGeom>
            <a:ln w="9525">
              <a:solidFill>
                <a:srgbClr val="0A0A0A"/>
              </a:solidFill>
              <a:round/>
            </a:ln>
          </p:spPr>
        </p:cxnSp>
      </p:grpSp>
      <p:sp>
        <p:nvSpPr>
          <p:cNvPr id="66"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Fifth Outline Level</a:t>
            </a:r>
            <a:endParaRPr lang="fr-FR" sz="20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Sixth Outline Level</a:t>
            </a:r>
            <a:endParaRPr lang="fr-FR" sz="20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Seventh Outline Level</a:t>
            </a:r>
            <a:endParaRPr lang="fr-FR" sz="20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2_1_1_1_1_1_1">
    <p:bg>
      <p:bgPr>
        <a:solidFill>
          <a:schemeClr val="lt1"/>
        </a:solidFill>
        <a:effectLst/>
      </p:bgPr>
    </p:bg>
    <p:spTree>
      <p:nvGrpSpPr>
        <p:cNvPr id="1" name=""/>
        <p:cNvGrpSpPr/>
        <p:nvPr/>
      </p:nvGrpSpPr>
      <p:grpSpPr>
        <a:xfrm>
          <a:off x="0" y="0"/>
          <a:ext cx="0" cy="0"/>
          <a:chOff x="0" y="0"/>
          <a:chExt cx="0" cy="0"/>
        </a:xfrm>
      </p:grpSpPr>
      <p:sp>
        <p:nvSpPr>
          <p:cNvPr id="67" name="PlaceHolder 1"/>
          <p:cNvSpPr>
            <a:spLocks noGrp="1"/>
          </p:cNvSpPr>
          <p:nvPr>
            <p:ph type="title" hasCustomPrompt="1"/>
          </p:nvPr>
        </p:nvSpPr>
        <p:spPr>
          <a:xfrm>
            <a:off x="1262160" y="1023480"/>
            <a:ext cx="2890080" cy="1678320"/>
          </a:xfrm>
          <a:prstGeom prst="rect">
            <a:avLst/>
          </a:prstGeom>
          <a:noFill/>
          <a:ln w="0">
            <a:noFill/>
          </a:ln>
        </p:spPr>
        <p:txBody>
          <a:bodyPr lIns="91440" tIns="91440" rIns="91440" bIns="91440" anchor="b">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68" name="Google Shape;160;p23"/>
          <p:cNvSpPr/>
          <p:nvPr/>
        </p:nvSpPr>
        <p:spPr>
          <a:xfrm rot="10800000">
            <a:off x="360" y="360"/>
            <a:ext cx="71640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 name="Google Shape;161;p23"/>
          <p:cNvGrpSpPr/>
          <p:nvPr/>
        </p:nvGrpSpPr>
        <p:grpSpPr>
          <a:xfrm>
            <a:off x="0" y="362880"/>
            <a:ext cx="8859960" cy="4780440"/>
            <a:chOff x="0" y="362880"/>
            <a:chExt cx="8859960" cy="4780440"/>
          </a:xfrm>
        </p:grpSpPr>
        <p:cxnSp>
          <p:nvCxnSpPr>
            <p:cNvPr id="70" name="Google Shape;162;p23"/>
            <p:cNvCxnSpPr/>
            <p:nvPr/>
          </p:nvCxnSpPr>
          <p:spPr>
            <a:xfrm flipH="1">
              <a:off x="0" y="362880"/>
              <a:ext cx="4871160" cy="360"/>
            </a:xfrm>
            <a:prstGeom prst="straightConnector1">
              <a:avLst/>
            </a:prstGeom>
            <a:ln w="9525">
              <a:solidFill>
                <a:srgbClr val="0A0A0A"/>
              </a:solidFill>
              <a:round/>
            </a:ln>
          </p:spPr>
        </p:cxnSp>
        <p:cxnSp>
          <p:nvCxnSpPr>
            <p:cNvPr id="71" name="Google Shape;163;p23"/>
            <p:cNvCxnSpPr/>
            <p:nvPr/>
          </p:nvCxnSpPr>
          <p:spPr>
            <a:xfrm>
              <a:off x="8859960" y="1012320"/>
              <a:ext cx="360" cy="4131360"/>
            </a:xfrm>
            <a:prstGeom prst="straightConnector1">
              <a:avLst/>
            </a:prstGeom>
            <a:ln w="9525">
              <a:solidFill>
                <a:srgbClr val="0A0A0A"/>
              </a:solidFill>
              <a:roun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80"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81" name="PlaceHolder 2"/>
          <p:cNvSpPr>
            <a:spLocks noGrp="1"/>
          </p:cNvSpPr>
          <p:nvPr>
            <p:ph type="body" hasCustomPrompt="1"/>
          </p:nvPr>
        </p:nvSpPr>
        <p:spPr>
          <a:xfrm>
            <a:off x="713160" y="1683000"/>
            <a:ext cx="3780720" cy="273456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Fifth Outline Level</a:t>
            </a:r>
            <a:endParaRPr lang="fr-FR" sz="14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Sixth Outline Level</a:t>
            </a:r>
            <a:endParaRPr lang="fr-FR" sz="14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Seventh Outline Level</a:t>
            </a:r>
            <a:endParaRPr lang="fr-FR" sz="1400" b="0" u="none" strike="noStrike">
              <a:solidFill>
                <a:srgbClr val="000000"/>
              </a:solidFill>
              <a:effectLst/>
              <a:uFillTx/>
              <a:latin typeface="Arial"/>
            </a:endParaRPr>
          </a:p>
        </p:txBody>
      </p:sp>
      <p:sp>
        <p:nvSpPr>
          <p:cNvPr id="82" name="PlaceHolder 3"/>
          <p:cNvSpPr>
            <a:spLocks noGrp="1"/>
          </p:cNvSpPr>
          <p:nvPr>
            <p:ph type="body" hasCustomPrompt="1"/>
          </p:nvPr>
        </p:nvSpPr>
        <p:spPr>
          <a:xfrm>
            <a:off x="4651200" y="1683000"/>
            <a:ext cx="3780720" cy="273456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Fifth Outline Level</a:t>
            </a:r>
            <a:endParaRPr lang="fr-FR" sz="14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Sixth Outline Level</a:t>
            </a:r>
            <a:endParaRPr lang="fr-FR" sz="14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Seventh Outline Level</a:t>
            </a:r>
            <a:endParaRPr lang="fr-FR" sz="1400" b="0" u="none" strike="noStrike">
              <a:solidFill>
                <a:srgbClr val="000000"/>
              </a:solidFill>
              <a:effectLst/>
              <a:uFillTx/>
              <a:latin typeface="Arial"/>
            </a:endParaRPr>
          </a:p>
        </p:txBody>
      </p:sp>
      <p:sp>
        <p:nvSpPr>
          <p:cNvPr id="83" name="Google Shape;179;p25"/>
          <p:cNvSpPr/>
          <p:nvPr/>
        </p:nvSpPr>
        <p:spPr>
          <a:xfrm flipH="1">
            <a:off x="712800" y="4876200"/>
            <a:ext cx="843012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4" name="Google Shape;180;p25"/>
          <p:cNvGrpSpPr/>
          <p:nvPr/>
        </p:nvGrpSpPr>
        <p:grpSpPr>
          <a:xfrm>
            <a:off x="283680" y="-3960"/>
            <a:ext cx="8576280" cy="5147280"/>
            <a:chOff x="283680" y="-3960"/>
            <a:chExt cx="8576280" cy="5147280"/>
          </a:xfrm>
        </p:grpSpPr>
        <p:cxnSp>
          <p:nvCxnSpPr>
            <p:cNvPr id="85" name="Google Shape;181;p25"/>
            <p:cNvCxnSpPr/>
            <p:nvPr/>
          </p:nvCxnSpPr>
          <p:spPr>
            <a:xfrm>
              <a:off x="8859960" y="2571840"/>
              <a:ext cx="360" cy="2571840"/>
            </a:xfrm>
            <a:prstGeom prst="straightConnector1">
              <a:avLst/>
            </a:prstGeom>
            <a:ln w="9525">
              <a:solidFill>
                <a:srgbClr val="0A0A0A"/>
              </a:solidFill>
              <a:round/>
            </a:ln>
          </p:spPr>
        </p:cxnSp>
        <p:cxnSp>
          <p:nvCxnSpPr>
            <p:cNvPr id="86" name="Google Shape;182;p25"/>
            <p:cNvCxnSpPr/>
            <p:nvPr/>
          </p:nvCxnSpPr>
          <p:spPr>
            <a:xfrm>
              <a:off x="283680" y="-3960"/>
              <a:ext cx="360" cy="2575800"/>
            </a:xfrm>
            <a:prstGeom prst="straightConnector1">
              <a:avLst/>
            </a:prstGeom>
            <a:ln w="9525">
              <a:solidFill>
                <a:srgbClr val="0A0A0A"/>
              </a:solidFill>
              <a:roun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87"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88" name="Google Shape;187;p26"/>
          <p:cNvSpPr/>
          <p:nvPr/>
        </p:nvSpPr>
        <p:spPr>
          <a:xfrm rot="10800000">
            <a:off x="886068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9" name="Google Shape;188;p26"/>
          <p:cNvGrpSpPr/>
          <p:nvPr/>
        </p:nvGrpSpPr>
        <p:grpSpPr>
          <a:xfrm>
            <a:off x="0" y="267120"/>
            <a:ext cx="9001800" cy="4876200"/>
            <a:chOff x="0" y="267120"/>
            <a:chExt cx="9001800" cy="4876200"/>
          </a:xfrm>
        </p:grpSpPr>
        <p:cxnSp>
          <p:nvCxnSpPr>
            <p:cNvPr id="90" name="Google Shape;189;p26"/>
            <p:cNvCxnSpPr/>
            <p:nvPr/>
          </p:nvCxnSpPr>
          <p:spPr>
            <a:xfrm flipH="1">
              <a:off x="0" y="267120"/>
              <a:ext cx="1739880" cy="360"/>
            </a:xfrm>
            <a:prstGeom prst="straightConnector1">
              <a:avLst/>
            </a:prstGeom>
            <a:ln w="9525">
              <a:solidFill>
                <a:srgbClr val="0A0A0A"/>
              </a:solidFill>
              <a:round/>
            </a:ln>
          </p:spPr>
        </p:cxnSp>
        <p:cxnSp>
          <p:nvCxnSpPr>
            <p:cNvPr id="91" name="Google Shape;190;p26"/>
            <p:cNvCxnSpPr/>
            <p:nvPr/>
          </p:nvCxnSpPr>
          <p:spPr>
            <a:xfrm>
              <a:off x="9001800" y="1184760"/>
              <a:ext cx="360" cy="3958920"/>
            </a:xfrm>
            <a:prstGeom prst="straightConnector1">
              <a:avLst/>
            </a:prstGeom>
            <a:ln w="9525">
              <a:solidFill>
                <a:srgbClr val="0A0A0A"/>
              </a:solidFill>
              <a:roun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93"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94" name="Google Shape;207;p28"/>
          <p:cNvSpPr/>
          <p:nvPr/>
        </p:nvSpPr>
        <p:spPr>
          <a:xfrm>
            <a:off x="0" y="4876200"/>
            <a:ext cx="914364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5" name="Google Shape;208;p28"/>
          <p:cNvGrpSpPr/>
          <p:nvPr/>
        </p:nvGrpSpPr>
        <p:grpSpPr>
          <a:xfrm>
            <a:off x="283680" y="0"/>
            <a:ext cx="8860320" cy="5009760"/>
            <a:chOff x="283680" y="0"/>
            <a:chExt cx="8860320" cy="5009760"/>
          </a:xfrm>
        </p:grpSpPr>
        <p:cxnSp>
          <p:nvCxnSpPr>
            <p:cNvPr id="96" name="Google Shape;209;p28"/>
            <p:cNvCxnSpPr/>
            <p:nvPr/>
          </p:nvCxnSpPr>
          <p:spPr>
            <a:xfrm>
              <a:off x="4572000" y="5009760"/>
              <a:ext cx="4572360" cy="360"/>
            </a:xfrm>
            <a:prstGeom prst="straightConnector1">
              <a:avLst/>
            </a:prstGeom>
            <a:ln w="9525">
              <a:solidFill>
                <a:srgbClr val="0A0A0A"/>
              </a:solidFill>
              <a:round/>
            </a:ln>
          </p:spPr>
        </p:cxnSp>
        <p:cxnSp>
          <p:nvCxnSpPr>
            <p:cNvPr id="97" name="Google Shape;210;p28"/>
            <p:cNvCxnSpPr/>
            <p:nvPr/>
          </p:nvCxnSpPr>
          <p:spPr>
            <a:xfrm flipV="1">
              <a:off x="283680" y="0"/>
              <a:ext cx="360" cy="2919600"/>
            </a:xfrm>
            <a:prstGeom prst="straightConnector1">
              <a:avLst/>
            </a:prstGeom>
            <a:ln w="9525">
              <a:solidFill>
                <a:srgbClr val="0A0A0A"/>
              </a:solidFill>
              <a:roun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01"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02" name="Google Shape;235;p30"/>
          <p:cNvSpPr/>
          <p:nvPr/>
        </p:nvSpPr>
        <p:spPr>
          <a:xfrm>
            <a:off x="0" y="4876200"/>
            <a:ext cx="843012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3" name="Google Shape;236;p30"/>
          <p:cNvGrpSpPr/>
          <p:nvPr/>
        </p:nvGrpSpPr>
        <p:grpSpPr>
          <a:xfrm>
            <a:off x="283680" y="-3960"/>
            <a:ext cx="8576280" cy="5147280"/>
            <a:chOff x="283680" y="-3960"/>
            <a:chExt cx="8576280" cy="5147280"/>
          </a:xfrm>
        </p:grpSpPr>
        <p:cxnSp>
          <p:nvCxnSpPr>
            <p:cNvPr id="104" name="Google Shape;237;p30"/>
            <p:cNvCxnSpPr/>
            <p:nvPr/>
          </p:nvCxnSpPr>
          <p:spPr>
            <a:xfrm>
              <a:off x="283680" y="2571840"/>
              <a:ext cx="360" cy="2571840"/>
            </a:xfrm>
            <a:prstGeom prst="straightConnector1">
              <a:avLst/>
            </a:prstGeom>
            <a:ln w="9525">
              <a:solidFill>
                <a:srgbClr val="0A0A0A"/>
              </a:solidFill>
              <a:round/>
            </a:ln>
          </p:spPr>
        </p:cxnSp>
        <p:cxnSp>
          <p:nvCxnSpPr>
            <p:cNvPr id="105" name="Google Shape;238;p30"/>
            <p:cNvCxnSpPr/>
            <p:nvPr/>
          </p:nvCxnSpPr>
          <p:spPr>
            <a:xfrm>
              <a:off x="8859960" y="-3960"/>
              <a:ext cx="360" cy="2575800"/>
            </a:xfrm>
            <a:prstGeom prst="straightConnector1">
              <a:avLst/>
            </a:prstGeom>
            <a:ln w="9525">
              <a:solidFill>
                <a:srgbClr val="0A0A0A"/>
              </a:solidFill>
              <a:roun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106"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07" name="Google Shape;25;p4"/>
          <p:cNvSpPr/>
          <p:nvPr/>
        </p:nvSpPr>
        <p:spPr>
          <a:xfrm flipH="1">
            <a:off x="-720" y="0"/>
            <a:ext cx="914364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8" name="Google Shape;26;p4"/>
          <p:cNvGrpSpPr/>
          <p:nvPr/>
        </p:nvGrpSpPr>
        <p:grpSpPr>
          <a:xfrm>
            <a:off x="0" y="0"/>
            <a:ext cx="8859960" cy="4875840"/>
            <a:chOff x="0" y="0"/>
            <a:chExt cx="8859960" cy="4875840"/>
          </a:xfrm>
        </p:grpSpPr>
        <p:cxnSp>
          <p:nvCxnSpPr>
            <p:cNvPr id="109" name="Google Shape;27;p4"/>
            <p:cNvCxnSpPr/>
            <p:nvPr/>
          </p:nvCxnSpPr>
          <p:spPr>
            <a:xfrm>
              <a:off x="8859960" y="0"/>
              <a:ext cx="360" cy="2571840"/>
            </a:xfrm>
            <a:prstGeom prst="straightConnector1">
              <a:avLst/>
            </a:prstGeom>
            <a:ln w="9525">
              <a:solidFill>
                <a:srgbClr val="0A0A0A"/>
              </a:solidFill>
              <a:round/>
            </a:ln>
          </p:spPr>
        </p:cxnSp>
        <p:cxnSp>
          <p:nvCxnSpPr>
            <p:cNvPr id="110" name="Google Shape;28;p4"/>
            <p:cNvCxnSpPr/>
            <p:nvPr/>
          </p:nvCxnSpPr>
          <p:spPr>
            <a:xfrm flipH="1">
              <a:off x="0" y="4875840"/>
              <a:ext cx="8444880" cy="360"/>
            </a:xfrm>
            <a:prstGeom prst="straightConnector1">
              <a:avLst/>
            </a:prstGeom>
            <a:ln w="9525">
              <a:solidFill>
                <a:srgbClr val="0A0A0A"/>
              </a:solidFill>
              <a:roun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_1">
    <p:bg>
      <p:bgPr>
        <a:solidFill>
          <a:schemeClr val="lt1"/>
        </a:solidFill>
        <a:effectLst/>
      </p:bgPr>
    </p:bg>
    <p:spTree>
      <p:nvGrpSpPr>
        <p:cNvPr id="1" name=""/>
        <p:cNvGrpSpPr/>
        <p:nvPr/>
      </p:nvGrpSpPr>
      <p:grpSpPr>
        <a:xfrm>
          <a:off x="0" y="0"/>
          <a:ext cx="0" cy="0"/>
          <a:chOff x="0" y="0"/>
          <a:chExt cx="0" cy="0"/>
        </a:xfrm>
      </p:grpSpPr>
      <p:sp>
        <p:nvSpPr>
          <p:cNvPr id="111"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12" name="Google Shape;253;p31"/>
          <p:cNvSpPr/>
          <p:nvPr/>
        </p:nvSpPr>
        <p:spPr>
          <a:xfrm rot="10800000" flipH="1">
            <a:off x="-36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3" name="Google Shape;254;p31"/>
          <p:cNvGrpSpPr/>
          <p:nvPr/>
        </p:nvGrpSpPr>
        <p:grpSpPr>
          <a:xfrm>
            <a:off x="141840" y="267120"/>
            <a:ext cx="9001800" cy="4876200"/>
            <a:chOff x="141840" y="267120"/>
            <a:chExt cx="9001800" cy="4876200"/>
          </a:xfrm>
        </p:grpSpPr>
        <p:cxnSp>
          <p:nvCxnSpPr>
            <p:cNvPr id="114" name="Google Shape;255;p31"/>
            <p:cNvCxnSpPr/>
            <p:nvPr/>
          </p:nvCxnSpPr>
          <p:spPr>
            <a:xfrm>
              <a:off x="7907760" y="267120"/>
              <a:ext cx="1236240" cy="360"/>
            </a:xfrm>
            <a:prstGeom prst="straightConnector1">
              <a:avLst/>
            </a:prstGeom>
            <a:ln w="9525">
              <a:solidFill>
                <a:srgbClr val="0A0A0A"/>
              </a:solidFill>
              <a:round/>
            </a:ln>
          </p:spPr>
        </p:cxnSp>
        <p:cxnSp>
          <p:nvCxnSpPr>
            <p:cNvPr id="115" name="Google Shape;256;p31"/>
            <p:cNvCxnSpPr/>
            <p:nvPr/>
          </p:nvCxnSpPr>
          <p:spPr>
            <a:xfrm>
              <a:off x="141840" y="1184760"/>
              <a:ext cx="360" cy="3958920"/>
            </a:xfrm>
            <a:prstGeom prst="straightConnector1">
              <a:avLst/>
            </a:prstGeom>
            <a:ln w="9525">
              <a:solidFill>
                <a:srgbClr val="0A0A0A"/>
              </a:solidFill>
              <a:round/>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116" name="PlaceHolder 1"/>
          <p:cNvSpPr>
            <a:spLocks noGrp="1"/>
          </p:cNvSpPr>
          <p:nvPr>
            <p:ph type="title" hasCustomPrompt="1"/>
          </p:nvPr>
        </p:nvSpPr>
        <p:spPr>
          <a:xfrm>
            <a:off x="2654640" y="530280"/>
            <a:ext cx="3834360" cy="1107720"/>
          </a:xfrm>
          <a:prstGeom prst="rect">
            <a:avLst/>
          </a:prstGeom>
          <a:noFill/>
          <a:ln w="0">
            <a:noFill/>
          </a:ln>
        </p:spPr>
        <p:txBody>
          <a:bodyPr lIns="91440" tIns="91440" rIns="91440" bIns="91440" anchor="t">
            <a:noAutofit/>
          </a:bodyPr>
          <a:p>
            <a:pPr indent="0">
              <a:buNone/>
            </a:pPr>
            <a:r>
              <a:rPr lang="fr-FR" sz="6000" b="0" u="none" strike="noStrike">
                <a:solidFill>
                  <a:schemeClr val="dk1"/>
                </a:solidFill>
                <a:effectLst/>
                <a:uFillTx/>
                <a:latin typeface="Arial"/>
              </a:rPr>
              <a:t>Click to edit the title text format</a:t>
            </a:r>
            <a:endParaRPr lang="fr-FR" sz="6000" b="0" u="none" strike="noStrike">
              <a:solidFill>
                <a:schemeClr val="dk1"/>
              </a:solidFill>
              <a:effectLst/>
              <a:uFillTx/>
              <a:latin typeface="Arial"/>
            </a:endParaRPr>
          </a:p>
        </p:txBody>
      </p:sp>
      <p:grpSp>
        <p:nvGrpSpPr>
          <p:cNvPr id="117" name="Google Shape;261;p32"/>
          <p:cNvGrpSpPr/>
          <p:nvPr/>
        </p:nvGrpSpPr>
        <p:grpSpPr>
          <a:xfrm>
            <a:off x="713520" y="2579400"/>
            <a:ext cx="8430480" cy="2563920"/>
            <a:chOff x="713520" y="2579400"/>
            <a:chExt cx="8430480" cy="2563920"/>
          </a:xfrm>
        </p:grpSpPr>
        <p:cxnSp>
          <p:nvCxnSpPr>
            <p:cNvPr id="118" name="Google Shape;262;p32"/>
            <p:cNvCxnSpPr/>
            <p:nvPr/>
          </p:nvCxnSpPr>
          <p:spPr>
            <a:xfrm>
              <a:off x="2838960" y="4875840"/>
              <a:ext cx="6305400" cy="360"/>
            </a:xfrm>
            <a:prstGeom prst="straightConnector1">
              <a:avLst/>
            </a:prstGeom>
            <a:ln w="9525">
              <a:solidFill>
                <a:srgbClr val="0A0A0A"/>
              </a:solidFill>
              <a:round/>
            </a:ln>
          </p:spPr>
        </p:cxnSp>
        <p:cxnSp>
          <p:nvCxnSpPr>
            <p:cNvPr id="119" name="Google Shape;263;p32"/>
            <p:cNvCxnSpPr/>
            <p:nvPr/>
          </p:nvCxnSpPr>
          <p:spPr>
            <a:xfrm flipV="1">
              <a:off x="713520" y="2579400"/>
              <a:ext cx="360" cy="2564280"/>
            </a:xfrm>
            <a:prstGeom prst="straightConnector1">
              <a:avLst/>
            </a:prstGeom>
            <a:ln w="9525">
              <a:solidFill>
                <a:srgbClr val="0A0A0A"/>
              </a:solidFill>
              <a:round/>
            </a:ln>
          </p:spPr>
        </p:cxnSp>
      </p:grpSp>
      <p:sp>
        <p:nvSpPr>
          <p:cNvPr id="120" name="Google Shape;264;p32"/>
          <p:cNvSpPr/>
          <p:nvPr/>
        </p:nvSpPr>
        <p:spPr>
          <a:xfrm>
            <a:off x="2654640" y="3304440"/>
            <a:ext cx="3834360" cy="79380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algn="ctr" defTabSz="914400">
              <a:lnSpc>
                <a:spcPct val="115000"/>
              </a:lnSpc>
              <a:tabLst>
                <a:tab pos="0" algn="l"/>
              </a:tabLst>
            </a:pPr>
            <a:r>
              <a:rPr lang="en-GB" sz="1200" b="0" u="none" strike="noStrike">
                <a:solidFill>
                  <a:schemeClr val="dk1"/>
                </a:solidFill>
                <a:effectLst/>
                <a:uFillTx/>
                <a:latin typeface="Commissioner"/>
                <a:ea typeface="Commissioner"/>
              </a:rPr>
              <a:t>Credits: This presentation template was created by </a:t>
            </a:r>
            <a:r>
              <a:rPr lang="en-GB" sz="1200" b="1" u="sng" strike="noStrike">
                <a:solidFill>
                  <a:schemeClr val="dk1"/>
                </a:solidFill>
                <a:effectLst/>
                <a:uFillTx/>
                <a:latin typeface="Commissioner"/>
                <a:ea typeface="Commissioner"/>
                <a:hlinkClick r:id="rId2"/>
              </a:rPr>
              <a:t>Slidesgo</a:t>
            </a:r>
            <a:r>
              <a:rPr lang="en-GB" sz="1200" b="0" u="none" strike="noStrike">
                <a:solidFill>
                  <a:schemeClr val="dk1"/>
                </a:solidFill>
                <a:effectLst/>
                <a:uFillTx/>
                <a:latin typeface="Commissioner"/>
                <a:ea typeface="Commissioner"/>
              </a:rPr>
              <a:t>, and includes icons, infographics &amp; images by </a:t>
            </a:r>
            <a:r>
              <a:rPr lang="en-GB" sz="1200" b="1" u="sng" strike="noStrike">
                <a:solidFill>
                  <a:schemeClr val="dk1"/>
                </a:solidFill>
                <a:effectLst/>
                <a:uFillTx/>
                <a:latin typeface="Commissioner"/>
                <a:ea typeface="Commissioner"/>
                <a:hlinkClick r:id="rId3"/>
              </a:rPr>
              <a:t>Freepi</a:t>
            </a:r>
            <a:r>
              <a:rPr lang="en-GB" sz="1200" b="1" u="sng" strike="noStrike">
                <a:solidFill>
                  <a:schemeClr val="dk1"/>
                </a:solidFill>
                <a:effectLst/>
                <a:uFillTx/>
                <a:latin typeface="Commissioner"/>
                <a:ea typeface="Commissioner"/>
                <a:hlinkClick r:id="rId3"/>
              </a:rPr>
              <a:t>k</a:t>
            </a:r>
            <a:endParaRPr lang="en-US" sz="1200" b="0" u="none" strike="noStrike">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125" name="Google Shape;271;p34"/>
          <p:cNvSpPr/>
          <p:nvPr/>
        </p:nvSpPr>
        <p:spPr>
          <a:xfrm rot="10800000">
            <a:off x="360" y="360"/>
            <a:ext cx="71640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6" name="Google Shape;272;p34"/>
          <p:cNvGrpSpPr/>
          <p:nvPr/>
        </p:nvGrpSpPr>
        <p:grpSpPr>
          <a:xfrm>
            <a:off x="0" y="362880"/>
            <a:ext cx="8859960" cy="4780440"/>
            <a:chOff x="0" y="362880"/>
            <a:chExt cx="8859960" cy="4780440"/>
          </a:xfrm>
        </p:grpSpPr>
        <p:cxnSp>
          <p:nvCxnSpPr>
            <p:cNvPr id="127" name="Google Shape;273;p34"/>
            <p:cNvCxnSpPr/>
            <p:nvPr/>
          </p:nvCxnSpPr>
          <p:spPr>
            <a:xfrm flipH="1">
              <a:off x="0" y="362880"/>
              <a:ext cx="4871160" cy="360"/>
            </a:xfrm>
            <a:prstGeom prst="straightConnector1">
              <a:avLst/>
            </a:prstGeom>
            <a:ln w="9525">
              <a:solidFill>
                <a:srgbClr val="0A0A0A"/>
              </a:solidFill>
              <a:round/>
            </a:ln>
          </p:spPr>
        </p:cxnSp>
        <p:cxnSp>
          <p:nvCxnSpPr>
            <p:cNvPr id="128" name="Google Shape;274;p34"/>
            <p:cNvCxnSpPr/>
            <p:nvPr/>
          </p:nvCxnSpPr>
          <p:spPr>
            <a:xfrm>
              <a:off x="8859960" y="1012320"/>
              <a:ext cx="360" cy="4131360"/>
            </a:xfrm>
            <a:prstGeom prst="straightConnector1">
              <a:avLst/>
            </a:prstGeom>
            <a:ln w="9525">
              <a:solidFill>
                <a:srgbClr val="0A0A0A"/>
              </a:solidFill>
              <a:round/>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2"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33" name="Google Shape;39;p6"/>
          <p:cNvSpPr/>
          <p:nvPr/>
        </p:nvSpPr>
        <p:spPr>
          <a:xfrm>
            <a:off x="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4" name="Google Shape;40;p6"/>
          <p:cNvGrpSpPr/>
          <p:nvPr/>
        </p:nvGrpSpPr>
        <p:grpSpPr>
          <a:xfrm>
            <a:off x="141840" y="0"/>
            <a:ext cx="9001800" cy="4875840"/>
            <a:chOff x="141840" y="0"/>
            <a:chExt cx="9001800" cy="4875840"/>
          </a:xfrm>
        </p:grpSpPr>
        <p:cxnSp>
          <p:nvCxnSpPr>
            <p:cNvPr id="135" name="Google Shape;41;p6"/>
            <p:cNvCxnSpPr/>
            <p:nvPr/>
          </p:nvCxnSpPr>
          <p:spPr>
            <a:xfrm>
              <a:off x="4576320" y="4875840"/>
              <a:ext cx="4567680" cy="360"/>
            </a:xfrm>
            <a:prstGeom prst="straightConnector1">
              <a:avLst/>
            </a:prstGeom>
            <a:ln w="9525">
              <a:solidFill>
                <a:srgbClr val="0A0A0A"/>
              </a:solidFill>
              <a:round/>
            </a:ln>
          </p:spPr>
        </p:cxnSp>
        <p:cxnSp>
          <p:nvCxnSpPr>
            <p:cNvPr id="136" name="Google Shape;42;p6"/>
            <p:cNvCxnSpPr/>
            <p:nvPr/>
          </p:nvCxnSpPr>
          <p:spPr>
            <a:xfrm flipV="1">
              <a:off x="141840" y="0"/>
              <a:ext cx="360" cy="3958560"/>
            </a:xfrm>
            <a:prstGeom prst="straightConnector1">
              <a:avLst/>
            </a:prstGeom>
            <a:ln w="9525">
              <a:solidFill>
                <a:srgbClr val="0A0A0A"/>
              </a:solidFill>
              <a:round/>
            </a:ln>
          </p:spPr>
        </p:cxnSp>
      </p:grpSp>
      <p:sp>
        <p:nvSpPr>
          <p:cNvPr id="137"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Fifth Outline Level</a:t>
            </a:r>
            <a:endParaRPr lang="fr-FR" sz="20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Sixth Outline Level</a:t>
            </a:r>
            <a:endParaRPr lang="fr-FR" sz="20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Seventh Outline Level</a:t>
            </a:r>
            <a:endParaRPr lang="fr-FR" sz="2000" b="0" u="none" strike="noStrike">
              <a:solidFill>
                <a:srgbClr val="000000"/>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8" name="PlaceHolder 1"/>
          <p:cNvSpPr>
            <a:spLocks noGrp="1"/>
          </p:cNvSpPr>
          <p:nvPr>
            <p:ph type="title" hasCustomPrompt="1"/>
          </p:nvPr>
        </p:nvSpPr>
        <p:spPr>
          <a:xfrm>
            <a:off x="713160" y="519120"/>
            <a:ext cx="2789280" cy="1971720"/>
          </a:xfrm>
          <a:prstGeom prst="rect">
            <a:avLst/>
          </a:prstGeom>
          <a:noFill/>
          <a:ln w="0">
            <a:noFill/>
          </a:ln>
        </p:spPr>
        <p:txBody>
          <a:bodyPr lIns="91440" tIns="91440" rIns="91440" bIns="91440" anchor="b">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39" name="PlaceHolder 2"/>
          <p:cNvSpPr>
            <a:spLocks noGrp="1"/>
          </p:cNvSpPr>
          <p:nvPr>
            <p:ph type="body" hasCustomPrompt="1"/>
          </p:nvPr>
        </p:nvSpPr>
        <p:spPr>
          <a:xfrm>
            <a:off x="4572000" y="0"/>
            <a:ext cx="4571640" cy="514332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Click to edit the outline text format</a:t>
            </a:r>
            <a:endParaRPr lang="fr-FR" sz="18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fr-FR" sz="18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Third Outline Level</a:t>
            </a:r>
            <a:endParaRPr lang="fr-FR" sz="18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fr-FR" sz="18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Fifth Outline Level</a:t>
            </a:r>
            <a:endParaRPr lang="fr-FR" sz="18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Sixth Outline Level</a:t>
            </a:r>
            <a:endParaRPr lang="fr-FR" sz="18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Seventh Outline Level</a:t>
            </a:r>
            <a:endParaRPr lang="fr-FR" sz="1800" b="0" u="none" strike="noStrike">
              <a:solidFill>
                <a:srgbClr val="000000"/>
              </a:solidFill>
              <a:effectLst/>
              <a:uFillTx/>
              <a:latin typeface="Arial"/>
            </a:endParaRPr>
          </a:p>
        </p:txBody>
      </p:sp>
      <p:sp>
        <p:nvSpPr>
          <p:cNvPr id="140" name="Google Shape;47;p7"/>
          <p:cNvSpPr/>
          <p:nvPr/>
        </p:nvSpPr>
        <p:spPr>
          <a:xfrm>
            <a:off x="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1" name="Google Shape;48;p7"/>
          <p:cNvGrpSpPr/>
          <p:nvPr/>
        </p:nvGrpSpPr>
        <p:grpSpPr>
          <a:xfrm>
            <a:off x="0" y="0"/>
            <a:ext cx="3812040" cy="4608360"/>
            <a:chOff x="0" y="0"/>
            <a:chExt cx="3812040" cy="4608360"/>
          </a:xfrm>
        </p:grpSpPr>
        <p:cxnSp>
          <p:nvCxnSpPr>
            <p:cNvPr id="142" name="Google Shape;49;p7"/>
            <p:cNvCxnSpPr/>
            <p:nvPr/>
          </p:nvCxnSpPr>
          <p:spPr>
            <a:xfrm flipV="1">
              <a:off x="3812040" y="0"/>
              <a:ext cx="360" cy="698760"/>
            </a:xfrm>
            <a:prstGeom prst="straightConnector1">
              <a:avLst/>
            </a:prstGeom>
            <a:ln w="9525">
              <a:solidFill>
                <a:srgbClr val="0A0A0A"/>
              </a:solidFill>
              <a:round/>
            </a:ln>
          </p:spPr>
        </p:cxnSp>
        <p:cxnSp>
          <p:nvCxnSpPr>
            <p:cNvPr id="143" name="Google Shape;50;p7"/>
            <p:cNvCxnSpPr/>
            <p:nvPr/>
          </p:nvCxnSpPr>
          <p:spPr>
            <a:xfrm>
              <a:off x="0" y="4608360"/>
              <a:ext cx="3387240" cy="360"/>
            </a:xfrm>
            <a:prstGeom prst="straightConnector1">
              <a:avLst/>
            </a:prstGeom>
            <a:ln w="9525">
              <a:solidFill>
                <a:srgbClr val="0A0A0A"/>
              </a:solidFill>
              <a:round/>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44" name="PlaceHolder 1"/>
          <p:cNvSpPr>
            <a:spLocks noGrp="1"/>
          </p:cNvSpPr>
          <p:nvPr>
            <p:ph type="title" hasCustomPrompt="1"/>
          </p:nvPr>
        </p:nvSpPr>
        <p:spPr>
          <a:xfrm>
            <a:off x="1864800" y="1218960"/>
            <a:ext cx="5414040" cy="2298240"/>
          </a:xfrm>
          <a:prstGeom prst="rect">
            <a:avLst/>
          </a:prstGeom>
          <a:noFill/>
          <a:ln w="0">
            <a:noFill/>
          </a:ln>
        </p:spPr>
        <p:txBody>
          <a:bodyPr lIns="91440" tIns="91440" rIns="91440" bIns="91440" anchor="ctr">
            <a:noAutofit/>
          </a:bodyPr>
          <a:p>
            <a:pPr indent="0">
              <a:buNone/>
            </a:pPr>
            <a:r>
              <a:rPr lang="fr-FR" sz="6000" b="0" u="none" strike="noStrike">
                <a:solidFill>
                  <a:schemeClr val="dk1"/>
                </a:solidFill>
                <a:effectLst/>
                <a:uFillTx/>
                <a:latin typeface="Arial"/>
              </a:rPr>
              <a:t>Click to edit the title text format</a:t>
            </a:r>
            <a:endParaRPr lang="fr-FR" sz="6000" b="0" u="none" strike="noStrike">
              <a:solidFill>
                <a:schemeClr val="dk1"/>
              </a:solidFill>
              <a:effectLst/>
              <a:uFillTx/>
              <a:latin typeface="Arial"/>
            </a:endParaRPr>
          </a:p>
        </p:txBody>
      </p:sp>
      <p:sp>
        <p:nvSpPr>
          <p:cNvPr id="145" name="Google Shape;53;p8"/>
          <p:cNvSpPr/>
          <p:nvPr/>
        </p:nvSpPr>
        <p:spPr>
          <a:xfrm flipH="1">
            <a:off x="-5544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6" name="Google Shape;54;p8"/>
          <p:cNvGrpSpPr/>
          <p:nvPr/>
        </p:nvGrpSpPr>
        <p:grpSpPr>
          <a:xfrm>
            <a:off x="-55080" y="539280"/>
            <a:ext cx="9199080" cy="4604040"/>
            <a:chOff x="-55080" y="539280"/>
            <a:chExt cx="9199080" cy="4604040"/>
          </a:xfrm>
        </p:grpSpPr>
        <p:cxnSp>
          <p:nvCxnSpPr>
            <p:cNvPr id="147" name="Google Shape;55;p8"/>
            <p:cNvCxnSpPr/>
            <p:nvPr/>
          </p:nvCxnSpPr>
          <p:spPr>
            <a:xfrm flipH="1">
              <a:off x="3484800" y="4608360"/>
              <a:ext cx="5659560" cy="360"/>
            </a:xfrm>
            <a:prstGeom prst="straightConnector1">
              <a:avLst/>
            </a:prstGeom>
            <a:ln w="9525">
              <a:solidFill>
                <a:srgbClr val="0A0A0A"/>
              </a:solidFill>
              <a:round/>
            </a:ln>
          </p:spPr>
        </p:cxnSp>
        <p:cxnSp>
          <p:nvCxnSpPr>
            <p:cNvPr id="148" name="Google Shape;56;p8"/>
            <p:cNvCxnSpPr/>
            <p:nvPr/>
          </p:nvCxnSpPr>
          <p:spPr>
            <a:xfrm flipH="1">
              <a:off x="-55080" y="539280"/>
              <a:ext cx="4641480" cy="360"/>
            </a:xfrm>
            <a:prstGeom prst="straightConnector1">
              <a:avLst/>
            </a:prstGeom>
            <a:ln w="9525">
              <a:solidFill>
                <a:srgbClr val="0A0A0A"/>
              </a:solidFill>
              <a:round/>
            </a:ln>
          </p:spPr>
        </p:cxnSp>
        <p:cxnSp>
          <p:nvCxnSpPr>
            <p:cNvPr id="149" name="Google Shape;57;p8"/>
            <p:cNvCxnSpPr/>
            <p:nvPr/>
          </p:nvCxnSpPr>
          <p:spPr>
            <a:xfrm flipV="1">
              <a:off x="657720" y="804960"/>
              <a:ext cx="360" cy="4338720"/>
            </a:xfrm>
            <a:prstGeom prst="straightConnector1">
              <a:avLst/>
            </a:prstGeom>
            <a:ln w="9525">
              <a:solidFill>
                <a:srgbClr val="0A0A0A"/>
              </a:solidFill>
              <a:round/>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0" name="PlaceHolder 1"/>
          <p:cNvSpPr>
            <a:spLocks noGrp="1"/>
          </p:cNvSpPr>
          <p:nvPr>
            <p:ph type="title" hasCustomPrompt="1"/>
          </p:nvPr>
        </p:nvSpPr>
        <p:spPr>
          <a:xfrm>
            <a:off x="1963080" y="829800"/>
            <a:ext cx="5217840" cy="1338120"/>
          </a:xfrm>
          <a:prstGeom prst="rect">
            <a:avLst/>
          </a:prstGeom>
          <a:noFill/>
          <a:ln w="0">
            <a:noFill/>
          </a:ln>
        </p:spPr>
        <p:txBody>
          <a:bodyPr lIns="91440" tIns="91440" rIns="91440" bIns="91440" anchor="b">
            <a:noAutofit/>
          </a:bodyPr>
          <a:p>
            <a:pPr indent="0">
              <a:buNone/>
            </a:pPr>
            <a:r>
              <a:rPr lang="fr-FR" sz="4000" b="0" u="none" strike="noStrike">
                <a:solidFill>
                  <a:schemeClr val="dk1"/>
                </a:solidFill>
                <a:effectLst/>
                <a:uFillTx/>
                <a:latin typeface="Arial"/>
              </a:rPr>
              <a:t>Click to edit the title text format</a:t>
            </a:r>
            <a:endParaRPr lang="fr-FR" sz="4000" b="0" u="none" strike="noStrike">
              <a:solidFill>
                <a:schemeClr val="dk1"/>
              </a:solidFill>
              <a:effectLst/>
              <a:uFillTx/>
              <a:latin typeface="Arial"/>
            </a:endParaRPr>
          </a:p>
        </p:txBody>
      </p:sp>
      <p:sp>
        <p:nvSpPr>
          <p:cNvPr id="151" name="Google Shape;61;p9"/>
          <p:cNvSpPr/>
          <p:nvPr/>
        </p:nvSpPr>
        <p:spPr>
          <a:xfrm>
            <a:off x="0" y="4426560"/>
            <a:ext cx="9143640" cy="71064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2" name="Google Shape;62;p9"/>
          <p:cNvGrpSpPr/>
          <p:nvPr/>
        </p:nvGrpSpPr>
        <p:grpSpPr>
          <a:xfrm>
            <a:off x="712440" y="539280"/>
            <a:ext cx="8431560" cy="4604040"/>
            <a:chOff x="712440" y="539280"/>
            <a:chExt cx="8431560" cy="4604040"/>
          </a:xfrm>
        </p:grpSpPr>
        <p:cxnSp>
          <p:nvCxnSpPr>
            <p:cNvPr id="153" name="Google Shape;63;p9"/>
            <p:cNvCxnSpPr/>
            <p:nvPr/>
          </p:nvCxnSpPr>
          <p:spPr>
            <a:xfrm>
              <a:off x="4572000" y="539280"/>
              <a:ext cx="4572360" cy="360"/>
            </a:xfrm>
            <a:prstGeom prst="straightConnector1">
              <a:avLst/>
            </a:prstGeom>
            <a:ln w="9525">
              <a:solidFill>
                <a:srgbClr val="0A0A0A"/>
              </a:solidFill>
              <a:round/>
            </a:ln>
          </p:spPr>
        </p:cxnSp>
        <p:cxnSp>
          <p:nvCxnSpPr>
            <p:cNvPr id="154" name="Google Shape;64;p9"/>
            <p:cNvCxnSpPr/>
            <p:nvPr/>
          </p:nvCxnSpPr>
          <p:spPr>
            <a:xfrm flipV="1">
              <a:off x="712440" y="1685160"/>
              <a:ext cx="360" cy="3458520"/>
            </a:xfrm>
            <a:prstGeom prst="straightConnector1">
              <a:avLst/>
            </a:prstGeom>
            <a:ln w="9525">
              <a:solidFill>
                <a:srgbClr val="0A0A0A"/>
              </a:solidFill>
              <a:round/>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4" name="PlaceHolder 2"/>
          <p:cNvSpPr>
            <a:spLocks noGrp="1"/>
          </p:cNvSpPr>
          <p:nvPr>
            <p:ph type="title" hasCustomPrompt="1"/>
          </p:nvPr>
        </p:nvSpPr>
        <p:spPr>
          <a:xfrm>
            <a:off x="993600" y="1483560"/>
            <a:ext cx="875880" cy="1152720"/>
          </a:xfrm>
          <a:prstGeom prst="rect">
            <a:avLst/>
          </a:prstGeom>
          <a:noFill/>
          <a:ln w="0">
            <a:noFill/>
          </a:ln>
        </p:spPr>
        <p:txBody>
          <a:bodyPr lIns="91440" tIns="91440" rIns="91440" bIns="91440" anchor="ctr">
            <a:noAutofit/>
          </a:bodyPr>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sp>
        <p:nvSpPr>
          <p:cNvPr id="15" name="PlaceHolder 3"/>
          <p:cNvSpPr>
            <a:spLocks noGrp="1"/>
          </p:cNvSpPr>
          <p:nvPr>
            <p:ph type="title" hasCustomPrompt="1"/>
          </p:nvPr>
        </p:nvSpPr>
        <p:spPr>
          <a:xfrm>
            <a:off x="993600" y="3179880"/>
            <a:ext cx="875880" cy="1152720"/>
          </a:xfrm>
          <a:prstGeom prst="rect">
            <a:avLst/>
          </a:prstGeom>
          <a:noFill/>
          <a:ln w="0">
            <a:noFill/>
          </a:ln>
        </p:spPr>
        <p:txBody>
          <a:bodyPr lIns="91440" tIns="91440" rIns="91440" bIns="91440" anchor="ctr">
            <a:noAutofit/>
          </a:bodyPr>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sp>
        <p:nvSpPr>
          <p:cNvPr id="16" name="PlaceHolder 4"/>
          <p:cNvSpPr>
            <a:spLocks noGrp="1"/>
          </p:cNvSpPr>
          <p:nvPr>
            <p:ph type="title" hasCustomPrompt="1"/>
          </p:nvPr>
        </p:nvSpPr>
        <p:spPr>
          <a:xfrm>
            <a:off x="5033880" y="1483560"/>
            <a:ext cx="875880" cy="1152720"/>
          </a:xfrm>
          <a:prstGeom prst="rect">
            <a:avLst/>
          </a:prstGeom>
          <a:noFill/>
          <a:ln w="0">
            <a:noFill/>
          </a:ln>
        </p:spPr>
        <p:txBody>
          <a:bodyPr lIns="91440" tIns="91440" rIns="91440" bIns="91440" anchor="ctr">
            <a:noAutofit/>
          </a:bodyPr>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sp>
        <p:nvSpPr>
          <p:cNvPr id="17" name="PlaceHolder 5"/>
          <p:cNvSpPr>
            <a:spLocks noGrp="1"/>
          </p:cNvSpPr>
          <p:nvPr>
            <p:ph type="title" hasCustomPrompt="1"/>
          </p:nvPr>
        </p:nvSpPr>
        <p:spPr>
          <a:xfrm>
            <a:off x="5033880" y="3179880"/>
            <a:ext cx="875880" cy="1152720"/>
          </a:xfrm>
          <a:prstGeom prst="rect">
            <a:avLst/>
          </a:prstGeom>
          <a:noFill/>
          <a:ln w="0">
            <a:noFill/>
          </a:ln>
        </p:spPr>
        <p:txBody>
          <a:bodyPr lIns="91440" tIns="91440" rIns="91440" bIns="91440" anchor="ctr">
            <a:noAutofit/>
          </a:bodyPr>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cxnSp>
        <p:nvCxnSpPr>
          <p:cNvPr id="18" name="Google Shape;91;p13"/>
          <p:cNvCxnSpPr/>
          <p:nvPr/>
        </p:nvCxnSpPr>
        <p:spPr>
          <a:xfrm flipV="1">
            <a:off x="9001800" y="0"/>
            <a:ext cx="360" cy="2652840"/>
          </a:xfrm>
          <a:prstGeom prst="straightConnector1">
            <a:avLst/>
          </a:prstGeom>
          <a:ln w="9525">
            <a:solidFill>
              <a:srgbClr val="0A0A0A"/>
            </a:solidFill>
            <a:roun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hasCustomPrompt="1"/>
          </p:nvPr>
        </p:nvSpPr>
        <p:spPr>
          <a:xfrm>
            <a:off x="783000" y="3920040"/>
            <a:ext cx="7577280" cy="553680"/>
          </a:xfrm>
          <a:prstGeom prst="rect">
            <a:avLst/>
          </a:prstGeom>
          <a:noFill/>
          <a:ln w="0">
            <a:noFill/>
          </a:ln>
        </p:spPr>
        <p:txBody>
          <a:bodyPr lIns="91440" tIns="91440" rIns="91440" bIns="91440" anchor="t">
            <a:noAutofit/>
          </a:bodyPr>
          <a:p>
            <a:pPr indent="0">
              <a:buNone/>
            </a:pPr>
            <a:r>
              <a:rPr lang="fr-FR" sz="2700" b="0" u="none" strike="noStrike">
                <a:solidFill>
                  <a:schemeClr val="dk1"/>
                </a:solidFill>
                <a:effectLst/>
                <a:uFillTx/>
                <a:latin typeface="Arial"/>
              </a:rPr>
              <a:t>Click to edit the title text format</a:t>
            </a:r>
            <a:endParaRPr lang="fr-FR" sz="2700" b="0" u="none" strike="noStrike">
              <a:solidFill>
                <a:schemeClr val="dk1"/>
              </a:solidFill>
              <a:effectLst/>
              <a:uFillTx/>
              <a:latin typeface="Arial"/>
            </a:endParaRPr>
          </a:p>
        </p:txBody>
      </p:sp>
      <p:cxnSp>
        <p:nvCxnSpPr>
          <p:cNvPr id="20" name="Google Shape;95;p14"/>
          <p:cNvCxnSpPr/>
          <p:nvPr/>
        </p:nvCxnSpPr>
        <p:spPr>
          <a:xfrm flipH="1">
            <a:off x="0" y="4875840"/>
            <a:ext cx="8257320" cy="360"/>
          </a:xfrm>
          <a:prstGeom prst="straightConnector1">
            <a:avLst/>
          </a:prstGeom>
          <a:ln w="9525">
            <a:solidFill>
              <a:srgbClr val="0A0A0A"/>
            </a:solidFill>
            <a:roun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1_1">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hasCustomPrompt="1"/>
          </p:nvPr>
        </p:nvSpPr>
        <p:spPr>
          <a:xfrm>
            <a:off x="2053080" y="2036160"/>
            <a:ext cx="5578920" cy="1477080"/>
          </a:xfrm>
          <a:prstGeom prst="rect">
            <a:avLst/>
          </a:prstGeom>
          <a:noFill/>
          <a:ln w="0">
            <a:noFill/>
          </a:ln>
        </p:spPr>
        <p:txBody>
          <a:bodyPr lIns="91440" tIns="91440" rIns="91440" bIns="91440" anchor="t">
            <a:noAutofit/>
          </a:bodyPr>
          <a:p>
            <a:pPr indent="0">
              <a:buNone/>
            </a:pPr>
            <a:r>
              <a:rPr lang="fr-FR" sz="4200" b="0" u="none" strike="noStrike">
                <a:solidFill>
                  <a:schemeClr val="dk1"/>
                </a:solidFill>
                <a:effectLst/>
                <a:uFillTx/>
                <a:latin typeface="Arial"/>
              </a:rPr>
              <a:t>Click to edit the title text format</a:t>
            </a:r>
            <a:endParaRPr lang="fr-FR" sz="4200" b="0" u="none" strike="noStrike">
              <a:solidFill>
                <a:schemeClr val="dk1"/>
              </a:solidFill>
              <a:effectLst/>
              <a:uFillTx/>
              <a:latin typeface="Arial"/>
            </a:endParaRPr>
          </a:p>
        </p:txBody>
      </p:sp>
      <p:sp>
        <p:nvSpPr>
          <p:cNvPr id="22" name="PlaceHolder 2"/>
          <p:cNvSpPr>
            <a:spLocks noGrp="1"/>
          </p:cNvSpPr>
          <p:nvPr>
            <p:ph type="title" hasCustomPrompt="1"/>
          </p:nvPr>
        </p:nvSpPr>
        <p:spPr>
          <a:xfrm>
            <a:off x="6556320" y="1012680"/>
            <a:ext cx="1075680" cy="869760"/>
          </a:xfrm>
          <a:prstGeom prst="rect">
            <a:avLst/>
          </a:prstGeom>
          <a:noFill/>
          <a:ln w="0">
            <a:noFill/>
          </a:ln>
        </p:spPr>
        <p:txBody>
          <a:bodyPr lIns="91440" tIns="91440" rIns="91440" bIns="91440" anchor="ctr">
            <a:noAutofit/>
          </a:bodyPr>
          <a:p>
            <a:pPr indent="0" algn="r">
              <a:lnSpc>
                <a:spcPct val="100000"/>
              </a:lnSpc>
              <a:buNone/>
            </a:pPr>
            <a:r>
              <a:rPr lang="fr-FR" sz="4200" b="0" u="none" strike="noStrike">
                <a:solidFill>
                  <a:schemeClr val="dk1"/>
                </a:solidFill>
                <a:effectLst/>
                <a:uFillTx/>
                <a:latin typeface="Golos Text"/>
                <a:ea typeface="Golos Text"/>
              </a:rPr>
              <a:t>xx%</a:t>
            </a:r>
            <a:endParaRPr lang="fr-FR" sz="4200" b="0" u="none" strike="noStrike">
              <a:solidFill>
                <a:schemeClr val="dk1"/>
              </a:solidFill>
              <a:effectLst/>
              <a:uFillTx/>
              <a:latin typeface="Arial"/>
            </a:endParaRPr>
          </a:p>
        </p:txBody>
      </p:sp>
      <p:sp>
        <p:nvSpPr>
          <p:cNvPr id="23" name="Google Shape;100;p15"/>
          <p:cNvSpPr/>
          <p:nvPr/>
        </p:nvSpPr>
        <p:spPr>
          <a:xfrm flipH="1">
            <a:off x="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4" name="Google Shape;101;p15"/>
          <p:cNvCxnSpPr/>
          <p:nvPr/>
        </p:nvCxnSpPr>
        <p:spPr>
          <a:xfrm flipH="1">
            <a:off x="0" y="4875840"/>
            <a:ext cx="4871160" cy="360"/>
          </a:xfrm>
          <a:prstGeom prst="straightConnector1">
            <a:avLst/>
          </a:prstGeom>
          <a:ln w="9525">
            <a:solidFill>
              <a:srgbClr val="0A0A0A"/>
            </a:solidFill>
            <a:roun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26" name="PlaceHolder 2"/>
          <p:cNvSpPr>
            <a:spLocks noGrp="1"/>
          </p:cNvSpPr>
          <p:nvPr>
            <p:ph type="title" hasCustomPrompt="1"/>
          </p:nvPr>
        </p:nvSpPr>
        <p:spPr>
          <a:xfrm>
            <a:off x="713160" y="1575000"/>
            <a:ext cx="2400120" cy="799920"/>
          </a:xfrm>
          <a:prstGeom prst="rect">
            <a:avLst/>
          </a:prstGeom>
          <a:noFill/>
          <a:ln w="0">
            <a:noFill/>
          </a:ln>
        </p:spPr>
        <p:txBody>
          <a:bodyPr lIns="91440" tIns="91440" rIns="91440" bIns="91440" anchor="b">
            <a:noAutofit/>
          </a:bodyPr>
          <a:p>
            <a:pPr indent="0" algn="ctr">
              <a:lnSpc>
                <a:spcPct val="100000"/>
              </a:lnSpc>
              <a:buNone/>
            </a:pPr>
            <a:r>
              <a:rPr lang="fr-FR" sz="4000" b="0" u="none" strike="noStrike">
                <a:solidFill>
                  <a:schemeClr val="dk1"/>
                </a:solidFill>
                <a:effectLst/>
                <a:uFillTx/>
                <a:latin typeface="Golos Text"/>
                <a:ea typeface="Golos Text"/>
              </a:rPr>
              <a:t>xx%</a:t>
            </a:r>
            <a:endParaRPr lang="fr-FR" sz="4000" b="0" u="none" strike="noStrike">
              <a:solidFill>
                <a:schemeClr val="dk1"/>
              </a:solidFill>
              <a:effectLst/>
              <a:uFillTx/>
              <a:latin typeface="Arial"/>
            </a:endParaRPr>
          </a:p>
        </p:txBody>
      </p:sp>
      <p:sp>
        <p:nvSpPr>
          <p:cNvPr id="27" name="PlaceHolder 3"/>
          <p:cNvSpPr>
            <a:spLocks noGrp="1"/>
          </p:cNvSpPr>
          <p:nvPr>
            <p:ph type="title" hasCustomPrompt="1"/>
          </p:nvPr>
        </p:nvSpPr>
        <p:spPr>
          <a:xfrm>
            <a:off x="6030360" y="1575000"/>
            <a:ext cx="2400120" cy="799920"/>
          </a:xfrm>
          <a:prstGeom prst="rect">
            <a:avLst/>
          </a:prstGeom>
          <a:noFill/>
          <a:ln w="0">
            <a:noFill/>
          </a:ln>
        </p:spPr>
        <p:txBody>
          <a:bodyPr lIns="91440" tIns="91440" rIns="91440" bIns="91440" anchor="b">
            <a:noAutofit/>
          </a:bodyPr>
          <a:p>
            <a:pPr indent="0" algn="ctr">
              <a:lnSpc>
                <a:spcPct val="100000"/>
              </a:lnSpc>
              <a:buNone/>
            </a:pPr>
            <a:r>
              <a:rPr lang="fr-FR" sz="4000" b="0" u="none" strike="noStrike">
                <a:solidFill>
                  <a:schemeClr val="dk1"/>
                </a:solidFill>
                <a:effectLst/>
                <a:uFillTx/>
                <a:latin typeface="Golos Text"/>
                <a:ea typeface="Golos Text"/>
              </a:rPr>
              <a:t>xx%</a:t>
            </a:r>
            <a:endParaRPr lang="fr-FR" sz="4000" b="0" u="none" strike="noStrike">
              <a:solidFill>
                <a:schemeClr val="dk1"/>
              </a:solidFill>
              <a:effectLst/>
              <a:uFillTx/>
              <a:latin typeface="Arial"/>
            </a:endParaRPr>
          </a:p>
        </p:txBody>
      </p:sp>
      <p:sp>
        <p:nvSpPr>
          <p:cNvPr id="28" name="PlaceHolder 4"/>
          <p:cNvSpPr>
            <a:spLocks noGrp="1"/>
          </p:cNvSpPr>
          <p:nvPr>
            <p:ph type="title" hasCustomPrompt="1"/>
          </p:nvPr>
        </p:nvSpPr>
        <p:spPr>
          <a:xfrm>
            <a:off x="3371760" y="1575000"/>
            <a:ext cx="2400120" cy="799920"/>
          </a:xfrm>
          <a:prstGeom prst="rect">
            <a:avLst/>
          </a:prstGeom>
          <a:noFill/>
          <a:ln w="0">
            <a:noFill/>
          </a:ln>
        </p:spPr>
        <p:txBody>
          <a:bodyPr lIns="91440" tIns="91440" rIns="91440" bIns="91440" anchor="b">
            <a:noAutofit/>
          </a:bodyPr>
          <a:p>
            <a:pPr indent="0" algn="ctr">
              <a:lnSpc>
                <a:spcPct val="100000"/>
              </a:lnSpc>
              <a:buNone/>
            </a:pPr>
            <a:r>
              <a:rPr lang="fr-FR" sz="4000" b="0" u="none" strike="noStrike">
                <a:solidFill>
                  <a:schemeClr val="dk1"/>
                </a:solidFill>
                <a:effectLst/>
                <a:uFillTx/>
                <a:latin typeface="Golos Text"/>
                <a:ea typeface="Golos Text"/>
              </a:rPr>
              <a:t>xx%</a:t>
            </a:r>
            <a:endParaRPr lang="fr-FR" sz="4000" b="0" u="none" strike="noStrike">
              <a:solidFill>
                <a:schemeClr val="dk1"/>
              </a:solidFill>
              <a:effectLst/>
              <a:uFillTx/>
              <a:latin typeface="Arial"/>
            </a:endParaRPr>
          </a:p>
        </p:txBody>
      </p:sp>
      <p:cxnSp>
        <p:nvCxnSpPr>
          <p:cNvPr id="29" name="Google Shape;113;p16"/>
          <p:cNvCxnSpPr/>
          <p:nvPr/>
        </p:nvCxnSpPr>
        <p:spPr>
          <a:xfrm flipH="1">
            <a:off x="5035680" y="4797360"/>
            <a:ext cx="4108680" cy="360"/>
          </a:xfrm>
          <a:prstGeom prst="straightConnector1">
            <a:avLst/>
          </a:prstGeom>
          <a:ln w="9525">
            <a:solidFill>
              <a:srgbClr val="0A0A0A"/>
            </a:solidFill>
            <a:roun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grpSp>
        <p:nvGrpSpPr>
          <p:cNvPr id="37" name="Google Shape;126;p18"/>
          <p:cNvGrpSpPr/>
          <p:nvPr/>
        </p:nvGrpSpPr>
        <p:grpSpPr>
          <a:xfrm>
            <a:off x="-360" y="4876200"/>
            <a:ext cx="9143640" cy="267120"/>
            <a:chOff x="-360" y="4876200"/>
            <a:chExt cx="9143640" cy="267120"/>
          </a:xfrm>
        </p:grpSpPr>
        <p:sp>
          <p:nvSpPr>
            <p:cNvPr id="38" name="Google Shape;127;p18"/>
            <p:cNvSpPr/>
            <p:nvPr/>
          </p:nvSpPr>
          <p:spPr>
            <a:xfrm flipH="1">
              <a:off x="-720" y="4876200"/>
              <a:ext cx="914364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9" name="Google Shape;128;p18"/>
            <p:cNvCxnSpPr/>
            <p:nvPr/>
          </p:nvCxnSpPr>
          <p:spPr>
            <a:xfrm flipH="1">
              <a:off x="0" y="5009760"/>
              <a:ext cx="4572360" cy="360"/>
            </a:xfrm>
            <a:prstGeom prst="straightConnector1">
              <a:avLst/>
            </a:prstGeom>
            <a:ln w="9525">
              <a:solidFill>
                <a:srgbClr val="0A0A0A"/>
              </a:solidFill>
              <a:round/>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_1_1_2">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cxnSp>
        <p:nvCxnSpPr>
          <p:cNvPr id="41" name="Google Shape;131;p19"/>
          <p:cNvCxnSpPr/>
          <p:nvPr/>
        </p:nvCxnSpPr>
        <p:spPr>
          <a:xfrm>
            <a:off x="0" y="262080"/>
            <a:ext cx="2286360" cy="360"/>
          </a:xfrm>
          <a:prstGeom prst="straightConnector1">
            <a:avLst/>
          </a:prstGeom>
          <a:ln w="9525">
            <a:solidFill>
              <a:srgbClr val="0A0A0A"/>
            </a:solidFill>
            <a:roun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hasCustomPrompt="1"/>
          </p:nvPr>
        </p:nvSpPr>
        <p:spPr>
          <a:xfrm>
            <a:off x="1512000" y="2036160"/>
            <a:ext cx="4944600" cy="1477080"/>
          </a:xfrm>
          <a:prstGeom prst="rect">
            <a:avLst/>
          </a:prstGeom>
          <a:noFill/>
          <a:ln w="0">
            <a:noFill/>
          </a:ln>
        </p:spPr>
        <p:txBody>
          <a:bodyPr lIns="91440" tIns="91440" rIns="91440" bIns="91440" anchor="t">
            <a:noAutofit/>
          </a:bodyPr>
          <a:p>
            <a:pPr indent="0">
              <a:buNone/>
            </a:pPr>
            <a:r>
              <a:rPr lang="fr-FR" sz="4200" b="0" u="none" strike="noStrike">
                <a:solidFill>
                  <a:schemeClr val="dk1"/>
                </a:solidFill>
                <a:effectLst/>
                <a:uFillTx/>
                <a:latin typeface="Arial"/>
              </a:rPr>
              <a:t>Click to edit the title text format</a:t>
            </a:r>
            <a:endParaRPr lang="fr-FR" sz="4200" b="0" u="none" strike="noStrike">
              <a:solidFill>
                <a:schemeClr val="dk1"/>
              </a:solidFill>
              <a:effectLst/>
              <a:uFillTx/>
              <a:latin typeface="Arial"/>
            </a:endParaRPr>
          </a:p>
        </p:txBody>
      </p:sp>
      <p:sp>
        <p:nvSpPr>
          <p:cNvPr id="51" name="PlaceHolder 2"/>
          <p:cNvSpPr>
            <a:spLocks noGrp="1"/>
          </p:cNvSpPr>
          <p:nvPr>
            <p:ph type="title" hasCustomPrompt="1"/>
          </p:nvPr>
        </p:nvSpPr>
        <p:spPr>
          <a:xfrm>
            <a:off x="1512000" y="1012680"/>
            <a:ext cx="1075680" cy="869760"/>
          </a:xfrm>
          <a:prstGeom prst="rect">
            <a:avLst/>
          </a:prstGeom>
          <a:noFill/>
          <a:ln w="0">
            <a:noFill/>
          </a:ln>
        </p:spPr>
        <p:txBody>
          <a:bodyPr lIns="91440" tIns="91440" rIns="91440" bIns="91440" anchor="ctr">
            <a:noAutofit/>
          </a:bodyPr>
          <a:p>
            <a:pPr indent="0">
              <a:lnSpc>
                <a:spcPct val="100000"/>
              </a:lnSpc>
              <a:buNone/>
            </a:pPr>
            <a:r>
              <a:rPr lang="fr-FR" sz="4200" b="0" u="none" strike="noStrike">
                <a:solidFill>
                  <a:schemeClr val="dk1"/>
                </a:solidFill>
                <a:effectLst/>
                <a:uFillTx/>
                <a:latin typeface="Golos Text"/>
                <a:ea typeface="Golos Text"/>
              </a:rPr>
              <a:t>xx%</a:t>
            </a:r>
            <a:endParaRPr lang="fr-FR" sz="4200" b="0" u="none" strike="noStrike">
              <a:solidFill>
                <a:schemeClr val="dk1"/>
              </a:solidFill>
              <a:effectLst/>
              <a:uFillTx/>
              <a:latin typeface="Arial"/>
            </a:endParaRPr>
          </a:p>
        </p:txBody>
      </p:sp>
      <p:sp>
        <p:nvSpPr>
          <p:cNvPr id="52" name="Google Shape;20;p3"/>
          <p:cNvSpPr/>
          <p:nvPr/>
        </p:nvSpPr>
        <p:spPr>
          <a:xfrm>
            <a:off x="829116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53" name="Google Shape;21;p3"/>
          <p:cNvCxnSpPr/>
          <p:nvPr/>
        </p:nvCxnSpPr>
        <p:spPr>
          <a:xfrm>
            <a:off x="4273200" y="4875840"/>
            <a:ext cx="4871160" cy="360"/>
          </a:xfrm>
          <a:prstGeom prst="straightConnector1">
            <a:avLst/>
          </a:prstGeom>
          <a:ln w="9525">
            <a:solidFill>
              <a:srgbClr val="0A0A0A"/>
            </a:solidFill>
            <a:roun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USTOM_2_1_1_1_1_1_1_1">
    <p:bg>
      <p:bgPr>
        <a:solidFill>
          <a:schemeClr val="lt1"/>
        </a:solidFill>
        <a:effectLst/>
      </p:bgPr>
    </p:bg>
    <p:spTree>
      <p:nvGrpSpPr>
        <p:cNvPr id="1" name=""/>
        <p:cNvGrpSpPr/>
        <p:nvPr/>
      </p:nvGrpSpPr>
      <p:grpSpPr>
        <a:xfrm>
          <a:off x="0" y="0"/>
          <a:ext cx="0" cy="0"/>
          <a:chOff x="0" y="0"/>
          <a:chExt cx="0" cy="0"/>
        </a:xfrm>
      </p:grpSpPr>
      <p:sp>
        <p:nvSpPr>
          <p:cNvPr id="72" name="PlaceHolder 1"/>
          <p:cNvSpPr>
            <a:spLocks noGrp="1"/>
          </p:cNvSpPr>
          <p:nvPr>
            <p:ph type="title" hasCustomPrompt="1"/>
          </p:nvPr>
        </p:nvSpPr>
        <p:spPr>
          <a:xfrm>
            <a:off x="4746960" y="1023480"/>
            <a:ext cx="2629800" cy="1521360"/>
          </a:xfrm>
          <a:prstGeom prst="rect">
            <a:avLst/>
          </a:prstGeom>
          <a:noFill/>
          <a:ln w="0">
            <a:noFill/>
          </a:ln>
        </p:spPr>
        <p:txBody>
          <a:bodyPr lIns="91440" tIns="91440" rIns="91440" bIns="91440" anchor="b">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grpSp>
        <p:nvGrpSpPr>
          <p:cNvPr id="73" name="Google Shape;167;p24"/>
          <p:cNvGrpSpPr/>
          <p:nvPr/>
        </p:nvGrpSpPr>
        <p:grpSpPr>
          <a:xfrm>
            <a:off x="0" y="0"/>
            <a:ext cx="9143640" cy="5143320"/>
            <a:chOff x="0" y="0"/>
            <a:chExt cx="9143640" cy="5143320"/>
          </a:xfrm>
        </p:grpSpPr>
        <p:grpSp>
          <p:nvGrpSpPr>
            <p:cNvPr id="74" name="Google Shape;168;p24"/>
            <p:cNvGrpSpPr/>
            <p:nvPr/>
          </p:nvGrpSpPr>
          <p:grpSpPr>
            <a:xfrm>
              <a:off x="0" y="0"/>
              <a:ext cx="9143640" cy="5143320"/>
              <a:chOff x="0" y="0"/>
              <a:chExt cx="9143640" cy="5143320"/>
            </a:xfrm>
          </p:grpSpPr>
          <p:sp>
            <p:nvSpPr>
              <p:cNvPr id="75" name="Google Shape;169;p24"/>
              <p:cNvSpPr/>
              <p:nvPr/>
            </p:nvSpPr>
            <p:spPr>
              <a:xfrm flipH="1">
                <a:off x="0" y="4608720"/>
                <a:ext cx="4957920" cy="52884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170;p24"/>
              <p:cNvSpPr/>
              <p:nvPr/>
            </p:nvSpPr>
            <p:spPr>
              <a:xfrm flipH="1">
                <a:off x="829116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 name="Google Shape;171;p24"/>
            <p:cNvGrpSpPr/>
            <p:nvPr/>
          </p:nvGrpSpPr>
          <p:grpSpPr>
            <a:xfrm>
              <a:off x="713160" y="539280"/>
              <a:ext cx="8430480" cy="4604040"/>
              <a:chOff x="713160" y="539280"/>
              <a:chExt cx="8430480" cy="4604040"/>
            </a:xfrm>
          </p:grpSpPr>
          <p:cxnSp>
            <p:nvCxnSpPr>
              <p:cNvPr id="78" name="Google Shape;172;p24"/>
              <p:cNvCxnSpPr/>
              <p:nvPr/>
            </p:nvCxnSpPr>
            <p:spPr>
              <a:xfrm flipV="1">
                <a:off x="713160" y="804960"/>
                <a:ext cx="360" cy="4338720"/>
              </a:xfrm>
              <a:prstGeom prst="straightConnector1">
                <a:avLst/>
              </a:prstGeom>
              <a:ln w="9525">
                <a:solidFill>
                  <a:srgbClr val="0A0A0A"/>
                </a:solidFill>
                <a:round/>
              </a:ln>
            </p:spPr>
          </p:cxnSp>
          <p:cxnSp>
            <p:nvCxnSpPr>
              <p:cNvPr id="79" name="Google Shape;173;p24"/>
              <p:cNvCxnSpPr/>
              <p:nvPr/>
            </p:nvCxnSpPr>
            <p:spPr>
              <a:xfrm>
                <a:off x="4807080" y="539280"/>
                <a:ext cx="4336920" cy="360"/>
              </a:xfrm>
              <a:prstGeom prst="straightConnector1">
                <a:avLst/>
              </a:prstGeom>
              <a:ln w="9525">
                <a:solidFill>
                  <a:srgbClr val="0A0A0A"/>
                </a:solidFill>
                <a:round/>
              </a:ln>
            </p:spPr>
          </p:cxn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92"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98"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99" name="Google Shape;221;p29"/>
          <p:cNvSpPr/>
          <p:nvPr/>
        </p:nvSpPr>
        <p:spPr>
          <a:xfrm flipH="1">
            <a:off x="885960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00" name="Google Shape;222;p29"/>
          <p:cNvCxnSpPr/>
          <p:nvPr/>
        </p:nvCxnSpPr>
        <p:spPr>
          <a:xfrm flipV="1">
            <a:off x="9001800" y="0"/>
            <a:ext cx="360" cy="3958560"/>
          </a:xfrm>
          <a:prstGeom prst="straightConnector1">
            <a:avLst/>
          </a:prstGeom>
          <a:ln w="9525">
            <a:solidFill>
              <a:srgbClr val="0A0A0A"/>
            </a:solidFill>
            <a:roun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cxnSp>
        <p:nvCxnSpPr>
          <p:cNvPr id="121" name="Google Shape;266;p33"/>
          <p:cNvCxnSpPr/>
          <p:nvPr/>
        </p:nvCxnSpPr>
        <p:spPr>
          <a:xfrm flipV="1">
            <a:off x="9001800" y="0"/>
            <a:ext cx="360" cy="2652840"/>
          </a:xfrm>
          <a:prstGeom prst="straightConnector1">
            <a:avLst/>
          </a:prstGeom>
          <a:ln w="9525">
            <a:solidFill>
              <a:srgbClr val="0A0A0A"/>
            </a:solidFill>
            <a:round/>
          </a:ln>
        </p:spPr>
      </p:cxnSp>
      <p:sp>
        <p:nvSpPr>
          <p:cNvPr id="122" name="Google Shape;267;p33"/>
          <p:cNvSpPr/>
          <p:nvPr/>
        </p:nvSpPr>
        <p:spPr>
          <a:xfrm>
            <a:off x="829116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23" name="Google Shape;268;p33"/>
          <p:cNvCxnSpPr/>
          <p:nvPr/>
        </p:nvCxnSpPr>
        <p:spPr>
          <a:xfrm>
            <a:off x="4273200" y="4875840"/>
            <a:ext cx="4871160" cy="360"/>
          </a:xfrm>
          <a:prstGeom prst="straightConnector1">
            <a:avLst/>
          </a:prstGeom>
          <a:ln w="9525">
            <a:solidFill>
              <a:srgbClr val="0A0A0A"/>
            </a:solidFill>
            <a:round/>
          </a:ln>
        </p:spPr>
      </p:cxnSp>
      <p:cxnSp>
        <p:nvCxnSpPr>
          <p:cNvPr id="124" name="Google Shape;269;p33"/>
          <p:cNvCxnSpPr/>
          <p:nvPr/>
        </p:nvCxnSpPr>
        <p:spPr>
          <a:xfrm flipV="1">
            <a:off x="711000" y="0"/>
            <a:ext cx="360" cy="4131360"/>
          </a:xfrm>
          <a:prstGeom prst="straightConnector1">
            <a:avLst/>
          </a:prstGeom>
          <a:ln w="9525">
            <a:solidFill>
              <a:srgbClr val="0A0A0A"/>
            </a:solidFill>
            <a:roun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29"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30" name="Google Shape;35;p5"/>
          <p:cNvSpPr/>
          <p:nvPr/>
        </p:nvSpPr>
        <p:spPr>
          <a:xfrm flipH="1">
            <a:off x="-72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1" name="Google Shape;36;p5"/>
          <p:cNvCxnSpPr/>
          <p:nvPr/>
        </p:nvCxnSpPr>
        <p:spPr>
          <a:xfrm flipV="1">
            <a:off x="8864640" y="0"/>
            <a:ext cx="360" cy="4131360"/>
          </a:xfrm>
          <a:prstGeom prst="straightConnector1">
            <a:avLst/>
          </a:prstGeom>
          <a:ln w="9525">
            <a:solidFill>
              <a:srgbClr val="0A0A0A"/>
            </a:solidFill>
            <a:roun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55" name="PlaceHolder 1"/>
          <p:cNvSpPr>
            <a:spLocks noGrp="1"/>
          </p:cNvSpPr>
          <p:nvPr>
            <p:ph type="body" hasCustomPrompt="1"/>
          </p:nvPr>
        </p:nvSpPr>
        <p:spPr>
          <a:xfrm>
            <a:off x="0" y="0"/>
            <a:ext cx="9143640" cy="514332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Click to edit the outline text format</a:t>
            </a:r>
            <a:endParaRPr lang="fr-FR" sz="18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fr-FR" sz="18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Third Outline Level</a:t>
            </a:r>
            <a:endParaRPr lang="fr-FR" sz="18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fr-FR" sz="18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Fifth Outline Level</a:t>
            </a:r>
            <a:endParaRPr lang="fr-FR" sz="18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Sixth Outline Level</a:t>
            </a:r>
            <a:endParaRPr lang="fr-FR" sz="18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Seventh Outline Level</a:t>
            </a:r>
            <a:endParaRPr lang="fr-FR" sz="1800" b="0" u="none" strike="noStrike">
              <a:solidFill>
                <a:srgbClr val="000000"/>
              </a:solidFill>
              <a:effectLst/>
              <a:uFillTx/>
              <a:latin typeface="Arial"/>
            </a:endParaRPr>
          </a:p>
        </p:txBody>
      </p:sp>
      <p:sp>
        <p:nvSpPr>
          <p:cNvPr id="156" name="PlaceHolder 2"/>
          <p:cNvSpPr>
            <a:spLocks noGrp="1"/>
          </p:cNvSpPr>
          <p:nvPr>
            <p:ph type="title" hasCustomPrompt="1"/>
          </p:nvPr>
        </p:nvSpPr>
        <p:spPr>
          <a:xfrm>
            <a:off x="713160" y="3947040"/>
            <a:ext cx="7717320" cy="6613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157" name="PlaceHolder 1"/>
          <p:cNvSpPr>
            <a:spLocks noGrp="1"/>
          </p:cNvSpPr>
          <p:nvPr>
            <p:ph type="title" hasCustomPrompt="1"/>
          </p:nvPr>
        </p:nvSpPr>
        <p:spPr>
          <a:xfrm>
            <a:off x="723600" y="511200"/>
            <a:ext cx="7696800" cy="482040"/>
          </a:xfrm>
          <a:prstGeom prst="rect">
            <a:avLst/>
          </a:prstGeom>
          <a:noFill/>
          <a:ln w="0">
            <a:noFill/>
          </a:ln>
        </p:spPr>
        <p:txBody>
          <a:bodyPr lIns="91440" tIns="91440" rIns="91440" bIns="91440" anchor="t">
            <a:noAutofit/>
          </a:bodyPr>
          <a:p>
            <a:pPr indent="0">
              <a:buNone/>
            </a:pPr>
            <a:r>
              <a:rPr lang="fr-FR" sz="2400" b="0" u="none" strike="noStrike">
                <a:solidFill>
                  <a:schemeClr val="dk1"/>
                </a:solidFill>
                <a:effectLst/>
                <a:uFillTx/>
                <a:latin typeface="Arial"/>
              </a:rPr>
              <a:t>Click to edit the title text format</a:t>
            </a:r>
            <a:endParaRPr lang="fr-FR" sz="2400" b="0" u="none" strike="noStrike">
              <a:solidFill>
                <a:schemeClr val="dk1"/>
              </a:solidFill>
              <a:effectLst/>
              <a:uFillTx/>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Default 2">
    <p:bg>
      <p:bgPr>
        <a:solidFill>
          <a:srgbClr val="0E2A47"/>
        </a:solidFill>
        <a:effectLst/>
      </p:bgPr>
    </p:bg>
    <p:spTree>
      <p:nvGrpSpPr>
        <p:cNvPr id="1" name=""/>
        <p:cNvGrpSpPr/>
        <p:nvPr/>
      </p:nvGrpSpPr>
      <p:grpSpPr>
        <a:xfrm>
          <a:off x="0" y="0"/>
          <a:ext cx="0" cy="0"/>
          <a:chOff x="0" y="0"/>
          <a:chExt cx="0" cy="0"/>
        </a:xfrm>
      </p:grpSpPr>
      <p:sp>
        <p:nvSpPr>
          <p:cNvPr id="158" name="PlaceHolder 1"/>
          <p:cNvSpPr>
            <a:spLocks noGrp="1"/>
          </p:cNvSpPr>
          <p:nvPr>
            <p:ph type="title" hasCustomPrompt="1"/>
          </p:nvPr>
        </p:nvSpPr>
        <p:spPr>
          <a:xfrm>
            <a:off x="716760" y="510840"/>
            <a:ext cx="7710120" cy="482040"/>
          </a:xfrm>
          <a:prstGeom prst="rect">
            <a:avLst/>
          </a:prstGeom>
          <a:noFill/>
          <a:ln w="0">
            <a:noFill/>
          </a:ln>
        </p:spPr>
        <p:txBody>
          <a:bodyPr lIns="91440" tIns="91440" rIns="91440" bIns="91440" anchor="t">
            <a:noAutofit/>
          </a:bodyPr>
          <a:p>
            <a:pPr indent="0">
              <a:buNone/>
            </a:pPr>
            <a:r>
              <a:rPr lang="fr-FR" sz="2400" b="0" u="none" strike="noStrike">
                <a:solidFill>
                  <a:schemeClr val="dk1"/>
                </a:solidFill>
                <a:effectLst/>
                <a:uFillTx/>
                <a:latin typeface="Arial"/>
              </a:rPr>
              <a:t>Click to edit the title text format</a:t>
            </a:r>
            <a:endParaRPr lang="fr-FR" sz="2400" b="0" u="none" strike="noStrike">
              <a:solidFill>
                <a:schemeClr val="dk1"/>
              </a:solidFill>
              <a:effectLst/>
              <a:uFillTx/>
              <a:latin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0" name="PlaceHolder 1"/>
          <p:cNvSpPr>
            <a:spLocks noGrp="1"/>
          </p:cNvSpPr>
          <p:nvPr>
            <p:ph type="title" hasCustomPrompt="1"/>
          </p:nvPr>
        </p:nvSpPr>
        <p:spPr>
          <a:xfrm>
            <a:off x="713160" y="1014480"/>
            <a:ext cx="5601960" cy="2219400"/>
          </a:xfrm>
          <a:prstGeom prst="rect">
            <a:avLst/>
          </a:prstGeom>
          <a:noFill/>
          <a:ln w="0">
            <a:noFill/>
          </a:ln>
        </p:spPr>
        <p:txBody>
          <a:bodyPr lIns="91440" tIns="91440" rIns="91440" bIns="91440" anchor="b">
            <a:noAutofit/>
          </a:bodyPr>
          <a:p>
            <a:pPr indent="0">
              <a:buNone/>
            </a:pPr>
            <a:r>
              <a:rPr lang="fr-FR" sz="3600" b="0" u="none" strike="noStrike">
                <a:solidFill>
                  <a:schemeClr val="dk1"/>
                </a:solidFill>
                <a:effectLst/>
                <a:uFillTx/>
                <a:latin typeface="Arial"/>
              </a:rPr>
              <a:t>Click to edit the title text format</a:t>
            </a:r>
            <a:endParaRPr lang="fr-FR" sz="3600" b="0" u="none" strike="noStrike">
              <a:solidFill>
                <a:schemeClr val="dk1"/>
              </a:solidFill>
              <a:effectLst/>
              <a:uFillTx/>
              <a:latin typeface="Arial"/>
            </a:endParaRPr>
          </a:p>
        </p:txBody>
      </p:sp>
      <p:sp>
        <p:nvSpPr>
          <p:cNvPr id="2" name="Google Shape;11;p2"/>
          <p:cNvSpPr/>
          <p:nvPr/>
        </p:nvSpPr>
        <p:spPr>
          <a:xfrm>
            <a:off x="829116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 name="Google Shape;12;p2"/>
          <p:cNvGrpSpPr/>
          <p:nvPr/>
        </p:nvGrpSpPr>
        <p:grpSpPr>
          <a:xfrm>
            <a:off x="-55080" y="539280"/>
            <a:ext cx="9198720" cy="4604040"/>
            <a:chOff x="-55080" y="539280"/>
            <a:chExt cx="9198720" cy="4604040"/>
          </a:xfrm>
        </p:grpSpPr>
        <p:cxnSp>
          <p:nvCxnSpPr>
            <p:cNvPr id="4" name="Google Shape;13;p2"/>
            <p:cNvCxnSpPr/>
            <p:nvPr/>
          </p:nvCxnSpPr>
          <p:spPr>
            <a:xfrm>
              <a:off x="-55080" y="4608360"/>
              <a:ext cx="4870800" cy="360"/>
            </a:xfrm>
            <a:prstGeom prst="straightConnector1">
              <a:avLst/>
            </a:prstGeom>
            <a:ln w="9525">
              <a:solidFill>
                <a:srgbClr val="0A0A0A"/>
              </a:solidFill>
              <a:round/>
            </a:ln>
          </p:spPr>
        </p:cxnSp>
        <p:cxnSp>
          <p:nvCxnSpPr>
            <p:cNvPr id="5" name="Google Shape;14;p2"/>
            <p:cNvCxnSpPr/>
            <p:nvPr/>
          </p:nvCxnSpPr>
          <p:spPr>
            <a:xfrm>
              <a:off x="4751640" y="539280"/>
              <a:ext cx="4392360" cy="360"/>
            </a:xfrm>
            <a:prstGeom prst="straightConnector1">
              <a:avLst/>
            </a:prstGeom>
            <a:ln w="9525">
              <a:solidFill>
                <a:srgbClr val="0A0A0A"/>
              </a:solidFill>
              <a:round/>
            </a:ln>
          </p:spPr>
        </p:cxnSp>
        <p:cxnSp>
          <p:nvCxnSpPr>
            <p:cNvPr id="6" name="Google Shape;15;p2"/>
            <p:cNvCxnSpPr/>
            <p:nvPr/>
          </p:nvCxnSpPr>
          <p:spPr>
            <a:xfrm flipV="1">
              <a:off x="8430480" y="804960"/>
              <a:ext cx="360" cy="4338720"/>
            </a:xfrm>
            <a:prstGeom prst="straightConnector1">
              <a:avLst/>
            </a:prstGeom>
            <a:ln w="9525">
              <a:solidFill>
                <a:srgbClr val="0A0A0A"/>
              </a:solidFill>
              <a:round/>
            </a:ln>
          </p:spPr>
        </p:cxnSp>
      </p:grpSp>
      <p:sp>
        <p:nvSpPr>
          <p:cNvPr id="7"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Fifth Outline Level</a:t>
            </a:r>
            <a:endParaRPr lang="fr-FR" sz="20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Sixth Outline Level</a:t>
            </a:r>
            <a:endParaRPr lang="fr-FR" sz="20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Seventh Outline Level</a:t>
            </a:r>
            <a:endParaRPr lang="fr-FR" sz="2000" b="0" u="none" strike="noStrike">
              <a:solidFill>
                <a:srgbClr val="000000"/>
              </a:solidFill>
              <a:effectLst/>
              <a:uFillTx/>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hasCustomPrompt="1"/>
          </p:nvPr>
        </p:nvSpPr>
        <p:spPr>
          <a:xfrm>
            <a:off x="1604520" y="1354680"/>
            <a:ext cx="5934960" cy="1844280"/>
          </a:xfrm>
          <a:prstGeom prst="rect">
            <a:avLst/>
          </a:prstGeom>
          <a:noFill/>
          <a:ln w="0">
            <a:noFill/>
          </a:ln>
        </p:spPr>
        <p:txBody>
          <a:bodyPr lIns="91440" tIns="91440" rIns="91440" bIns="91440" anchor="ctr">
            <a:noAutofit/>
          </a:bodyPr>
          <a:p>
            <a:pPr indent="0" algn="ctr">
              <a:lnSpc>
                <a:spcPct val="100000"/>
              </a:lnSpc>
              <a:buNone/>
            </a:pPr>
            <a:r>
              <a:rPr lang="fr-FR" sz="7400" b="0" u="none" strike="noStrike">
                <a:solidFill>
                  <a:schemeClr val="dk1"/>
                </a:solidFill>
                <a:effectLst/>
                <a:uFillTx/>
                <a:latin typeface="Golos Text"/>
                <a:ea typeface="Golos Text"/>
              </a:rPr>
              <a:t>xx%</a:t>
            </a:r>
            <a:endParaRPr lang="fr-FR" sz="7400" b="0" u="none" strike="noStrike">
              <a:solidFill>
                <a:schemeClr val="dk1"/>
              </a:solidFill>
              <a:effectLst/>
              <a:uFillTx/>
              <a:latin typeface="Arial"/>
            </a:endParaRPr>
          </a:p>
        </p:txBody>
      </p:sp>
      <p:sp>
        <p:nvSpPr>
          <p:cNvPr id="8" name="Google Shape;71;p11"/>
          <p:cNvSpPr/>
          <p:nvPr/>
        </p:nvSpPr>
        <p:spPr>
          <a:xfrm rot="10800000">
            <a:off x="-54720" y="36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 name="Google Shape;72;p11"/>
          <p:cNvGrpSpPr/>
          <p:nvPr/>
        </p:nvGrpSpPr>
        <p:grpSpPr>
          <a:xfrm>
            <a:off x="-55080" y="0"/>
            <a:ext cx="9199080" cy="4603680"/>
            <a:chOff x="-55080" y="0"/>
            <a:chExt cx="9199080" cy="4603680"/>
          </a:xfrm>
        </p:grpSpPr>
        <p:cxnSp>
          <p:nvCxnSpPr>
            <p:cNvPr id="10" name="Google Shape;73;p11"/>
            <p:cNvCxnSpPr/>
            <p:nvPr/>
          </p:nvCxnSpPr>
          <p:spPr>
            <a:xfrm flipH="1">
              <a:off x="4580280" y="534600"/>
              <a:ext cx="4564080" cy="360"/>
            </a:xfrm>
            <a:prstGeom prst="straightConnector1">
              <a:avLst/>
            </a:prstGeom>
            <a:ln w="9525">
              <a:solidFill>
                <a:srgbClr val="0A0A0A"/>
              </a:solidFill>
              <a:round/>
            </a:ln>
          </p:spPr>
        </p:cxnSp>
        <p:cxnSp>
          <p:nvCxnSpPr>
            <p:cNvPr id="11" name="Google Shape;74;p11"/>
            <p:cNvCxnSpPr/>
            <p:nvPr/>
          </p:nvCxnSpPr>
          <p:spPr>
            <a:xfrm flipH="1">
              <a:off x="-55080" y="4603680"/>
              <a:ext cx="6567480" cy="360"/>
            </a:xfrm>
            <a:prstGeom prst="straightConnector1">
              <a:avLst/>
            </a:prstGeom>
            <a:ln w="9525">
              <a:solidFill>
                <a:srgbClr val="0A0A0A"/>
              </a:solidFill>
              <a:round/>
            </a:ln>
          </p:spPr>
        </p:cxnSp>
        <p:cxnSp>
          <p:nvCxnSpPr>
            <p:cNvPr id="12" name="Google Shape;75;p11"/>
            <p:cNvCxnSpPr/>
            <p:nvPr/>
          </p:nvCxnSpPr>
          <p:spPr>
            <a:xfrm>
              <a:off x="657720" y="0"/>
              <a:ext cx="360" cy="4338360"/>
            </a:xfrm>
            <a:prstGeom prst="straightConnector1">
              <a:avLst/>
            </a:prstGeom>
            <a:ln w="9525">
              <a:solidFill>
                <a:srgbClr val="0A0A0A"/>
              </a:solidFill>
              <a:round/>
            </a:ln>
          </p:spPr>
        </p:cxn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CUSTOM_2_1_2">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hasCustomPrompt="1"/>
          </p:nvPr>
        </p:nvSpPr>
        <p:spPr>
          <a:xfrm>
            <a:off x="2370960" y="572760"/>
            <a:ext cx="4401720" cy="738720"/>
          </a:xfrm>
          <a:prstGeom prst="rect">
            <a:avLst/>
          </a:prstGeom>
          <a:noFill/>
          <a:ln w="0">
            <a:noFill/>
          </a:ln>
        </p:spPr>
        <p:txBody>
          <a:bodyPr lIns="91440" tIns="91440" rIns="91440" bIns="91440" anchor="b">
            <a:noAutofit/>
          </a:bodyPr>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sp>
        <p:nvSpPr>
          <p:cNvPr id="31" name="PlaceHolder 2"/>
          <p:cNvSpPr>
            <a:spLocks noGrp="1"/>
          </p:cNvSpPr>
          <p:nvPr>
            <p:ph type="title" hasCustomPrompt="1"/>
          </p:nvPr>
        </p:nvSpPr>
        <p:spPr>
          <a:xfrm>
            <a:off x="2370960" y="3382560"/>
            <a:ext cx="4401720" cy="738720"/>
          </a:xfrm>
          <a:prstGeom prst="rect">
            <a:avLst/>
          </a:prstGeom>
          <a:noFill/>
          <a:ln w="0">
            <a:noFill/>
          </a:ln>
        </p:spPr>
        <p:txBody>
          <a:bodyPr lIns="91440" tIns="91440" rIns="91440" bIns="91440" anchor="b">
            <a:noAutofit/>
          </a:bodyPr>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sp>
        <p:nvSpPr>
          <p:cNvPr id="32" name="PlaceHolder 3"/>
          <p:cNvSpPr>
            <a:spLocks noGrp="1"/>
          </p:cNvSpPr>
          <p:nvPr>
            <p:ph type="title" hasCustomPrompt="1"/>
          </p:nvPr>
        </p:nvSpPr>
        <p:spPr>
          <a:xfrm>
            <a:off x="2370960" y="1977840"/>
            <a:ext cx="4401720" cy="738720"/>
          </a:xfrm>
          <a:prstGeom prst="rect">
            <a:avLst/>
          </a:prstGeom>
          <a:noFill/>
          <a:ln w="0">
            <a:noFill/>
          </a:ln>
        </p:spPr>
        <p:txBody>
          <a:bodyPr lIns="91440" tIns="91440" rIns="91440" bIns="91440" anchor="b">
            <a:noAutofit/>
          </a:bodyPr>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grpSp>
        <p:nvGrpSpPr>
          <p:cNvPr id="33" name="Google Shape;121;p17"/>
          <p:cNvGrpSpPr/>
          <p:nvPr/>
        </p:nvGrpSpPr>
        <p:grpSpPr>
          <a:xfrm>
            <a:off x="711000" y="0"/>
            <a:ext cx="7719480" cy="5143320"/>
            <a:chOff x="711000" y="0"/>
            <a:chExt cx="7719480" cy="5143320"/>
          </a:xfrm>
        </p:grpSpPr>
        <p:cxnSp>
          <p:nvCxnSpPr>
            <p:cNvPr id="34" name="Google Shape;122;p17"/>
            <p:cNvCxnSpPr/>
            <p:nvPr/>
          </p:nvCxnSpPr>
          <p:spPr>
            <a:xfrm flipV="1">
              <a:off x="711000" y="2191320"/>
              <a:ext cx="360" cy="2952360"/>
            </a:xfrm>
            <a:prstGeom prst="straightConnector1">
              <a:avLst/>
            </a:prstGeom>
            <a:ln w="9525">
              <a:solidFill>
                <a:srgbClr val="0A0A0A"/>
              </a:solidFill>
              <a:round/>
            </a:ln>
          </p:spPr>
        </p:cxnSp>
        <p:cxnSp>
          <p:nvCxnSpPr>
            <p:cNvPr id="35" name="Google Shape;123;p17"/>
            <p:cNvCxnSpPr/>
            <p:nvPr/>
          </p:nvCxnSpPr>
          <p:spPr>
            <a:xfrm flipV="1">
              <a:off x="8430480" y="0"/>
              <a:ext cx="360" cy="2191680"/>
            </a:xfrm>
            <a:prstGeom prst="straightConnector1">
              <a:avLst/>
            </a:prstGeom>
            <a:ln w="9525">
              <a:solidFill>
                <a:srgbClr val="0A0A0A"/>
              </a:solidFill>
              <a:round/>
            </a:ln>
          </p:spPr>
        </p:cxn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USTOM_2_1_1_1">
    <p:bg>
      <p:bgPr>
        <a:solidFill>
          <a:schemeClr val="lt1"/>
        </a:solidFill>
        <a:effectLst/>
      </p:bgPr>
    </p:bg>
    <p:spTree>
      <p:nvGrpSpPr>
        <p:cNvPr id="1" name=""/>
        <p:cNvGrpSpPr/>
        <p:nvPr/>
      </p:nvGrpSpPr>
      <p:grpSpPr>
        <a:xfrm>
          <a:off x="0" y="0"/>
          <a:ext cx="0" cy="0"/>
          <a:chOff x="0" y="0"/>
          <a:chExt cx="0" cy="0"/>
        </a:xfrm>
      </p:grpSpPr>
      <p:grpSp>
        <p:nvGrpSpPr>
          <p:cNvPr id="42" name="Google Shape;133;p20"/>
          <p:cNvGrpSpPr/>
          <p:nvPr/>
        </p:nvGrpSpPr>
        <p:grpSpPr>
          <a:xfrm>
            <a:off x="0" y="0"/>
            <a:ext cx="9144000" cy="5143320"/>
            <a:chOff x="0" y="0"/>
            <a:chExt cx="9144000" cy="5143320"/>
          </a:xfrm>
        </p:grpSpPr>
        <p:sp>
          <p:nvSpPr>
            <p:cNvPr id="43" name="Google Shape;134;p20"/>
            <p:cNvSpPr/>
            <p:nvPr/>
          </p:nvSpPr>
          <p:spPr>
            <a:xfrm>
              <a:off x="4186080" y="4426560"/>
              <a:ext cx="4957920" cy="71064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135;p20"/>
            <p:cNvSpPr/>
            <p:nvPr/>
          </p:nvSpPr>
          <p:spPr>
            <a:xfrm>
              <a:off x="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5" name="PlaceHolder 1"/>
          <p:cNvSpPr>
            <a:spLocks noGrp="1"/>
          </p:cNvSpPr>
          <p:nvPr>
            <p:ph type="title" hasCustomPrompt="1"/>
          </p:nvPr>
        </p:nvSpPr>
        <p:spPr>
          <a:xfrm>
            <a:off x="4082400" y="544320"/>
            <a:ext cx="4223880" cy="1203120"/>
          </a:xfrm>
          <a:prstGeom prst="rect">
            <a:avLst/>
          </a:prstGeom>
          <a:noFill/>
          <a:ln w="0">
            <a:noFill/>
          </a:ln>
        </p:spPr>
        <p:txBody>
          <a:bodyPr lIns="91440" tIns="91440" rIns="91440" bIns="91440" anchor="b">
            <a:noAutofit/>
          </a:bodyPr>
          <a:p>
            <a:pPr indent="0">
              <a:buNone/>
            </a:pPr>
            <a:r>
              <a:rPr lang="fr-FR" sz="4500" b="0" u="none" strike="noStrike">
                <a:solidFill>
                  <a:schemeClr val="dk1"/>
                </a:solidFill>
                <a:effectLst/>
                <a:uFillTx/>
                <a:latin typeface="Arial"/>
              </a:rPr>
              <a:t>Click to edit the title text format</a:t>
            </a:r>
            <a:endParaRPr lang="fr-FR" sz="4500" b="0" u="none" strike="noStrike">
              <a:solidFill>
                <a:schemeClr val="dk1"/>
              </a:solidFill>
              <a:effectLst/>
              <a:uFillTx/>
              <a:latin typeface="Arial"/>
            </a:endParaRPr>
          </a:p>
        </p:txBody>
      </p:sp>
      <p:grpSp>
        <p:nvGrpSpPr>
          <p:cNvPr id="46" name="Google Shape;138;p20"/>
          <p:cNvGrpSpPr/>
          <p:nvPr/>
        </p:nvGrpSpPr>
        <p:grpSpPr>
          <a:xfrm>
            <a:off x="0" y="539280"/>
            <a:ext cx="8430480" cy="4604040"/>
            <a:chOff x="0" y="539280"/>
            <a:chExt cx="8430480" cy="4604040"/>
          </a:xfrm>
        </p:grpSpPr>
        <p:cxnSp>
          <p:nvCxnSpPr>
            <p:cNvPr id="47" name="Google Shape;139;p20"/>
            <p:cNvCxnSpPr/>
            <p:nvPr/>
          </p:nvCxnSpPr>
          <p:spPr>
            <a:xfrm flipV="1">
              <a:off x="8430480" y="804960"/>
              <a:ext cx="360" cy="4338720"/>
            </a:xfrm>
            <a:prstGeom prst="straightConnector1">
              <a:avLst/>
            </a:prstGeom>
            <a:ln w="9525">
              <a:solidFill>
                <a:srgbClr val="0A0A0A"/>
              </a:solidFill>
              <a:round/>
            </a:ln>
          </p:spPr>
        </p:cxnSp>
        <p:cxnSp>
          <p:nvCxnSpPr>
            <p:cNvPr id="48" name="Google Shape;140;p20"/>
            <p:cNvCxnSpPr/>
            <p:nvPr/>
          </p:nvCxnSpPr>
          <p:spPr>
            <a:xfrm flipH="1">
              <a:off x="0" y="539280"/>
              <a:ext cx="4337280" cy="360"/>
            </a:xfrm>
            <a:prstGeom prst="straightConnector1">
              <a:avLst/>
            </a:prstGeom>
            <a:ln w="9525">
              <a:solidFill>
                <a:srgbClr val="0A0A0A"/>
              </a:solidFill>
              <a:round/>
            </a:ln>
          </p:spPr>
        </p:cxnSp>
      </p:grpSp>
      <p:sp>
        <p:nvSpPr>
          <p:cNvPr id="49" name="PlaceHolder 2"/>
          <p:cNvSpPr>
            <a:spLocks noGrp="1"/>
          </p:cNvSpPr>
          <p:nvPr>
            <p:ph type="body" hasCustomPrompt="1"/>
          </p:nvPr>
        </p:nvSpPr>
        <p:spPr>
          <a:xfrm>
            <a:off x="592200" y="544320"/>
            <a:ext cx="3311640" cy="3883680"/>
          </a:xfrm>
          <a:prstGeom prst="rect">
            <a:avLst/>
          </a:prstGeom>
          <a:noFill/>
          <a:ln w="0">
            <a:noFill/>
          </a:ln>
        </p:spPr>
        <p:txBody>
          <a:bodyPr lIns="90000" tIns="45000" rIns="90000" bIns="45000" anchor="t">
            <a:normAutofit fontScale="70000" lnSpcReduction="1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Click to edit the outline text format</a:t>
            </a:r>
            <a:endParaRPr lang="fr-FR" sz="18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fr-FR" sz="18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Third Outline Level</a:t>
            </a:r>
            <a:endParaRPr lang="fr-FR" sz="18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fr-FR" sz="18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Fifth Outline Level</a:t>
            </a:r>
            <a:endParaRPr lang="fr-FR" sz="18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Sixth Outline Level</a:t>
            </a:r>
            <a:endParaRPr lang="fr-FR" sz="18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Seventh Outline Level</a:t>
            </a:r>
            <a:endParaRPr lang="fr-FR" sz="1800" b="0" u="none" strike="noStrike">
              <a:solidFill>
                <a:srgbClr val="000000"/>
              </a:solidFill>
              <a:effectLst/>
              <a:uFillTx/>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body" hasCustomPrompt="1"/>
          </p:nvPr>
        </p:nvSpPr>
        <p:spPr>
          <a:xfrm>
            <a:off x="1691280" y="1759320"/>
            <a:ext cx="5761440" cy="209232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Fifth Outline Level</a:t>
            </a:r>
            <a:endParaRPr lang="fr-FR" sz="14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Sixth Outline Level</a:t>
            </a:r>
            <a:endParaRPr lang="fr-FR" sz="14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Seventh Outline Level</a:t>
            </a:r>
            <a:endParaRPr lang="fr-FR" sz="1400" b="0" u="none" strike="noStrike">
              <a:solidFill>
                <a:srgbClr val="000000"/>
              </a:solidFill>
              <a:effectLst/>
              <a:uFillTx/>
              <a:latin typeface="Arial"/>
            </a:endParaRPr>
          </a:p>
        </p:txBody>
      </p:sp>
      <p:sp>
        <p:nvSpPr>
          <p:cNvPr id="55" name="PlaceHolder 2"/>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56" name="Google Shape;145;p21"/>
          <p:cNvSpPr/>
          <p:nvPr/>
        </p:nvSpPr>
        <p:spPr>
          <a:xfrm flipH="1">
            <a:off x="-720" y="4875840"/>
            <a:ext cx="914364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 name="Google Shape;146;p21"/>
          <p:cNvGrpSpPr/>
          <p:nvPr/>
        </p:nvGrpSpPr>
        <p:grpSpPr>
          <a:xfrm>
            <a:off x="276480" y="267120"/>
            <a:ext cx="8860320" cy="4876200"/>
            <a:chOff x="276480" y="267120"/>
            <a:chExt cx="8860320" cy="4876200"/>
          </a:xfrm>
        </p:grpSpPr>
        <p:cxnSp>
          <p:nvCxnSpPr>
            <p:cNvPr id="58" name="Google Shape;147;p21"/>
            <p:cNvCxnSpPr/>
            <p:nvPr/>
          </p:nvCxnSpPr>
          <p:spPr>
            <a:xfrm flipV="1">
              <a:off x="276480" y="2571840"/>
              <a:ext cx="360" cy="2571840"/>
            </a:xfrm>
            <a:prstGeom prst="straightConnector1">
              <a:avLst/>
            </a:prstGeom>
            <a:ln w="9525">
              <a:solidFill>
                <a:srgbClr val="0A0A0A"/>
              </a:solidFill>
              <a:round/>
            </a:ln>
          </p:spPr>
        </p:cxnSp>
        <p:cxnSp>
          <p:nvCxnSpPr>
            <p:cNvPr id="59" name="Google Shape;148;p21"/>
            <p:cNvCxnSpPr/>
            <p:nvPr/>
          </p:nvCxnSpPr>
          <p:spPr>
            <a:xfrm>
              <a:off x="4564800" y="267120"/>
              <a:ext cx="4572360" cy="360"/>
            </a:xfrm>
            <a:prstGeom prst="straightConnector1">
              <a:avLst/>
            </a:prstGeom>
            <a:ln w="9525">
              <a:solidFill>
                <a:srgbClr val="0A0A0A"/>
              </a:solidFill>
              <a:round/>
            </a:ln>
          </p:spPr>
        </p:cxn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CUSTOM_2_1_1_1_1_1">
    <p:bg>
      <p:bgPr>
        <a:solidFill>
          <a:schemeClr val="lt1"/>
        </a:solidFill>
        <a:effectLst/>
      </p:bgPr>
    </p:bg>
    <p:spTree>
      <p:nvGrpSpPr>
        <p:cNvPr id="1" name=""/>
        <p:cNvGrpSpPr/>
        <p:nvPr/>
      </p:nvGrpSpPr>
      <p:grpSpPr>
        <a:xfrm>
          <a:off x="0" y="0"/>
          <a:ext cx="0" cy="0"/>
          <a:chOff x="0" y="0"/>
          <a:chExt cx="0" cy="0"/>
        </a:xfrm>
      </p:grpSpPr>
      <p:sp>
        <p:nvSpPr>
          <p:cNvPr id="60" name="PlaceHolder 1"/>
          <p:cNvSpPr>
            <a:spLocks noGrp="1"/>
          </p:cNvSpPr>
          <p:nvPr>
            <p:ph type="title" hasCustomPrompt="1"/>
          </p:nvPr>
        </p:nvSpPr>
        <p:spPr>
          <a:xfrm>
            <a:off x="948240" y="1185480"/>
            <a:ext cx="4862880" cy="803520"/>
          </a:xfrm>
          <a:prstGeom prst="rect">
            <a:avLst/>
          </a:prstGeom>
          <a:noFill/>
          <a:ln w="0">
            <a:noFill/>
          </a:ln>
        </p:spPr>
        <p:txBody>
          <a:bodyPr lIns="91440" tIns="91440" rIns="91440" bIns="91440" anchor="b">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61" name="Google Shape;152;p22"/>
          <p:cNvSpPr/>
          <p:nvPr/>
        </p:nvSpPr>
        <p:spPr>
          <a:xfrm rot="10800000" flipH="1">
            <a:off x="8291520" y="36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2" name="Google Shape;153;p22"/>
          <p:cNvGrpSpPr/>
          <p:nvPr/>
        </p:nvGrpSpPr>
        <p:grpSpPr>
          <a:xfrm>
            <a:off x="-55080" y="0"/>
            <a:ext cx="9198720" cy="4603680"/>
            <a:chOff x="-55080" y="0"/>
            <a:chExt cx="9198720" cy="4603680"/>
          </a:xfrm>
        </p:grpSpPr>
        <p:cxnSp>
          <p:nvCxnSpPr>
            <p:cNvPr id="63" name="Google Shape;154;p22"/>
            <p:cNvCxnSpPr/>
            <p:nvPr/>
          </p:nvCxnSpPr>
          <p:spPr>
            <a:xfrm>
              <a:off x="-55080" y="534600"/>
              <a:ext cx="4571640" cy="360"/>
            </a:xfrm>
            <a:prstGeom prst="straightConnector1">
              <a:avLst/>
            </a:prstGeom>
            <a:ln w="9525">
              <a:solidFill>
                <a:srgbClr val="0A0A0A"/>
              </a:solidFill>
              <a:round/>
            </a:ln>
          </p:spPr>
        </p:cxnSp>
        <p:cxnSp>
          <p:nvCxnSpPr>
            <p:cNvPr id="64" name="Google Shape;155;p22"/>
            <p:cNvCxnSpPr/>
            <p:nvPr/>
          </p:nvCxnSpPr>
          <p:spPr>
            <a:xfrm>
              <a:off x="4584960" y="4603680"/>
              <a:ext cx="4559040" cy="360"/>
            </a:xfrm>
            <a:prstGeom prst="straightConnector1">
              <a:avLst/>
            </a:prstGeom>
            <a:ln w="9525">
              <a:solidFill>
                <a:srgbClr val="0A0A0A"/>
              </a:solidFill>
              <a:round/>
            </a:ln>
          </p:spPr>
        </p:cxnSp>
        <p:cxnSp>
          <p:nvCxnSpPr>
            <p:cNvPr id="65" name="Google Shape;156;p22"/>
            <p:cNvCxnSpPr/>
            <p:nvPr/>
          </p:nvCxnSpPr>
          <p:spPr>
            <a:xfrm>
              <a:off x="8430480" y="0"/>
              <a:ext cx="360" cy="4338360"/>
            </a:xfrm>
            <a:prstGeom prst="straightConnector1">
              <a:avLst/>
            </a:prstGeom>
            <a:ln w="9525">
              <a:solidFill>
                <a:srgbClr val="0A0A0A"/>
              </a:solidFill>
              <a:round/>
            </a:ln>
          </p:spPr>
        </p:cxnSp>
      </p:grpSp>
      <p:sp>
        <p:nvSpPr>
          <p:cNvPr id="66"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Fifth Outline Level</a:t>
            </a:r>
            <a:endParaRPr lang="fr-FR" sz="20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Sixth Outline Level</a:t>
            </a:r>
            <a:endParaRPr lang="fr-FR" sz="20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Seventh Outline Level</a:t>
            </a:r>
            <a:endParaRPr lang="fr-FR" sz="2000" b="0" u="none" strike="noStrike">
              <a:solidFill>
                <a:srgbClr val="000000"/>
              </a:solidFill>
              <a:effectLst/>
              <a:uFillTx/>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CUSTOM_2_1_1_1_1_1_1">
    <p:bg>
      <p:bgPr>
        <a:solidFill>
          <a:schemeClr val="lt1"/>
        </a:solidFill>
        <a:effectLst/>
      </p:bgPr>
    </p:bg>
    <p:spTree>
      <p:nvGrpSpPr>
        <p:cNvPr id="1" name=""/>
        <p:cNvGrpSpPr/>
        <p:nvPr/>
      </p:nvGrpSpPr>
      <p:grpSpPr>
        <a:xfrm>
          <a:off x="0" y="0"/>
          <a:ext cx="0" cy="0"/>
          <a:chOff x="0" y="0"/>
          <a:chExt cx="0" cy="0"/>
        </a:xfrm>
      </p:grpSpPr>
      <p:sp>
        <p:nvSpPr>
          <p:cNvPr id="67" name="PlaceHolder 1"/>
          <p:cNvSpPr>
            <a:spLocks noGrp="1"/>
          </p:cNvSpPr>
          <p:nvPr>
            <p:ph type="title" hasCustomPrompt="1"/>
          </p:nvPr>
        </p:nvSpPr>
        <p:spPr>
          <a:xfrm>
            <a:off x="1262160" y="1023480"/>
            <a:ext cx="2890080" cy="1678320"/>
          </a:xfrm>
          <a:prstGeom prst="rect">
            <a:avLst/>
          </a:prstGeom>
          <a:noFill/>
          <a:ln w="0">
            <a:noFill/>
          </a:ln>
        </p:spPr>
        <p:txBody>
          <a:bodyPr lIns="91440" tIns="91440" rIns="91440" bIns="91440" anchor="b">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68" name="Google Shape;160;p23"/>
          <p:cNvSpPr/>
          <p:nvPr/>
        </p:nvSpPr>
        <p:spPr>
          <a:xfrm rot="10800000">
            <a:off x="360" y="360"/>
            <a:ext cx="71640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 name="Google Shape;161;p23"/>
          <p:cNvGrpSpPr/>
          <p:nvPr/>
        </p:nvGrpSpPr>
        <p:grpSpPr>
          <a:xfrm>
            <a:off x="0" y="362880"/>
            <a:ext cx="8859960" cy="4780440"/>
            <a:chOff x="0" y="362880"/>
            <a:chExt cx="8859960" cy="4780440"/>
          </a:xfrm>
        </p:grpSpPr>
        <p:cxnSp>
          <p:nvCxnSpPr>
            <p:cNvPr id="70" name="Google Shape;162;p23"/>
            <p:cNvCxnSpPr/>
            <p:nvPr/>
          </p:nvCxnSpPr>
          <p:spPr>
            <a:xfrm flipH="1">
              <a:off x="0" y="362880"/>
              <a:ext cx="4871160" cy="360"/>
            </a:xfrm>
            <a:prstGeom prst="straightConnector1">
              <a:avLst/>
            </a:prstGeom>
            <a:ln w="9525">
              <a:solidFill>
                <a:srgbClr val="0A0A0A"/>
              </a:solidFill>
              <a:round/>
            </a:ln>
          </p:spPr>
        </p:cxnSp>
        <p:cxnSp>
          <p:nvCxnSpPr>
            <p:cNvPr id="71" name="Google Shape;163;p23"/>
            <p:cNvCxnSpPr/>
            <p:nvPr/>
          </p:nvCxnSpPr>
          <p:spPr>
            <a:xfrm>
              <a:off x="8859960" y="1012320"/>
              <a:ext cx="360" cy="4131360"/>
            </a:xfrm>
            <a:prstGeom prst="straightConnector1">
              <a:avLst/>
            </a:prstGeom>
            <a:ln w="9525">
              <a:solidFill>
                <a:srgbClr val="0A0A0A"/>
              </a:solidFill>
              <a:round/>
            </a:ln>
          </p:spPr>
        </p:cxn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80"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81" name="PlaceHolder 2"/>
          <p:cNvSpPr>
            <a:spLocks noGrp="1"/>
          </p:cNvSpPr>
          <p:nvPr>
            <p:ph type="body" hasCustomPrompt="1"/>
          </p:nvPr>
        </p:nvSpPr>
        <p:spPr>
          <a:xfrm>
            <a:off x="713160" y="1683000"/>
            <a:ext cx="3780720" cy="273456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Fifth Outline Level</a:t>
            </a:r>
            <a:endParaRPr lang="fr-FR" sz="14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Sixth Outline Level</a:t>
            </a:r>
            <a:endParaRPr lang="fr-FR" sz="14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Seventh Outline Level</a:t>
            </a:r>
            <a:endParaRPr lang="fr-FR" sz="1400" b="0" u="none" strike="noStrike">
              <a:solidFill>
                <a:srgbClr val="000000"/>
              </a:solidFill>
              <a:effectLst/>
              <a:uFillTx/>
              <a:latin typeface="Arial"/>
            </a:endParaRPr>
          </a:p>
        </p:txBody>
      </p:sp>
      <p:sp>
        <p:nvSpPr>
          <p:cNvPr id="82" name="PlaceHolder 3"/>
          <p:cNvSpPr>
            <a:spLocks noGrp="1"/>
          </p:cNvSpPr>
          <p:nvPr>
            <p:ph type="body" hasCustomPrompt="1"/>
          </p:nvPr>
        </p:nvSpPr>
        <p:spPr>
          <a:xfrm>
            <a:off x="4651200" y="1683000"/>
            <a:ext cx="3780720" cy="273456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Fifth Outline Level</a:t>
            </a:r>
            <a:endParaRPr lang="fr-FR" sz="14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Sixth Outline Level</a:t>
            </a:r>
            <a:endParaRPr lang="fr-FR" sz="14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Seventh Outline Level</a:t>
            </a:r>
            <a:endParaRPr lang="fr-FR" sz="1400" b="0" u="none" strike="noStrike">
              <a:solidFill>
                <a:srgbClr val="000000"/>
              </a:solidFill>
              <a:effectLst/>
              <a:uFillTx/>
              <a:latin typeface="Arial"/>
            </a:endParaRPr>
          </a:p>
        </p:txBody>
      </p:sp>
      <p:sp>
        <p:nvSpPr>
          <p:cNvPr id="83" name="Google Shape;179;p25"/>
          <p:cNvSpPr/>
          <p:nvPr/>
        </p:nvSpPr>
        <p:spPr>
          <a:xfrm flipH="1">
            <a:off x="712800" y="4876200"/>
            <a:ext cx="843012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4" name="Google Shape;180;p25"/>
          <p:cNvGrpSpPr/>
          <p:nvPr/>
        </p:nvGrpSpPr>
        <p:grpSpPr>
          <a:xfrm>
            <a:off x="283680" y="-3960"/>
            <a:ext cx="8576280" cy="5147280"/>
            <a:chOff x="283680" y="-3960"/>
            <a:chExt cx="8576280" cy="5147280"/>
          </a:xfrm>
        </p:grpSpPr>
        <p:cxnSp>
          <p:nvCxnSpPr>
            <p:cNvPr id="85" name="Google Shape;181;p25"/>
            <p:cNvCxnSpPr/>
            <p:nvPr/>
          </p:nvCxnSpPr>
          <p:spPr>
            <a:xfrm>
              <a:off x="8859960" y="2571840"/>
              <a:ext cx="360" cy="2571840"/>
            </a:xfrm>
            <a:prstGeom prst="straightConnector1">
              <a:avLst/>
            </a:prstGeom>
            <a:ln w="9525">
              <a:solidFill>
                <a:srgbClr val="0A0A0A"/>
              </a:solidFill>
              <a:round/>
            </a:ln>
          </p:spPr>
        </p:cxnSp>
        <p:cxnSp>
          <p:nvCxnSpPr>
            <p:cNvPr id="86" name="Google Shape;182;p25"/>
            <p:cNvCxnSpPr/>
            <p:nvPr/>
          </p:nvCxnSpPr>
          <p:spPr>
            <a:xfrm>
              <a:off x="283680" y="-3960"/>
              <a:ext cx="360" cy="2575800"/>
            </a:xfrm>
            <a:prstGeom prst="straightConnector1">
              <a:avLst/>
            </a:prstGeom>
            <a:ln w="9525">
              <a:solidFill>
                <a:srgbClr val="0A0A0A"/>
              </a:solidFill>
              <a:round/>
            </a:ln>
          </p:spPr>
        </p:cxn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87"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88" name="Google Shape;187;p26"/>
          <p:cNvSpPr/>
          <p:nvPr/>
        </p:nvSpPr>
        <p:spPr>
          <a:xfrm rot="10800000">
            <a:off x="886068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9" name="Google Shape;188;p26"/>
          <p:cNvGrpSpPr/>
          <p:nvPr/>
        </p:nvGrpSpPr>
        <p:grpSpPr>
          <a:xfrm>
            <a:off x="0" y="267120"/>
            <a:ext cx="9001800" cy="4876200"/>
            <a:chOff x="0" y="267120"/>
            <a:chExt cx="9001800" cy="4876200"/>
          </a:xfrm>
        </p:grpSpPr>
        <p:cxnSp>
          <p:nvCxnSpPr>
            <p:cNvPr id="90" name="Google Shape;189;p26"/>
            <p:cNvCxnSpPr/>
            <p:nvPr/>
          </p:nvCxnSpPr>
          <p:spPr>
            <a:xfrm flipH="1">
              <a:off x="0" y="267120"/>
              <a:ext cx="1739880" cy="360"/>
            </a:xfrm>
            <a:prstGeom prst="straightConnector1">
              <a:avLst/>
            </a:prstGeom>
            <a:ln w="9525">
              <a:solidFill>
                <a:srgbClr val="0A0A0A"/>
              </a:solidFill>
              <a:round/>
            </a:ln>
          </p:spPr>
        </p:cxnSp>
        <p:cxnSp>
          <p:nvCxnSpPr>
            <p:cNvPr id="91" name="Google Shape;190;p26"/>
            <p:cNvCxnSpPr/>
            <p:nvPr/>
          </p:nvCxnSpPr>
          <p:spPr>
            <a:xfrm>
              <a:off x="9001800" y="1184760"/>
              <a:ext cx="360" cy="3958920"/>
            </a:xfrm>
            <a:prstGeom prst="straightConnector1">
              <a:avLst/>
            </a:prstGeom>
            <a:ln w="9525">
              <a:solidFill>
                <a:srgbClr val="0A0A0A"/>
              </a:solidFill>
              <a:round/>
            </a:ln>
          </p:spPr>
        </p:cxn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93"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94" name="Google Shape;207;p28"/>
          <p:cNvSpPr/>
          <p:nvPr/>
        </p:nvSpPr>
        <p:spPr>
          <a:xfrm>
            <a:off x="0" y="4876200"/>
            <a:ext cx="914364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5" name="Google Shape;208;p28"/>
          <p:cNvGrpSpPr/>
          <p:nvPr/>
        </p:nvGrpSpPr>
        <p:grpSpPr>
          <a:xfrm>
            <a:off x="283680" y="0"/>
            <a:ext cx="8860320" cy="5009760"/>
            <a:chOff x="283680" y="0"/>
            <a:chExt cx="8860320" cy="5009760"/>
          </a:xfrm>
        </p:grpSpPr>
        <p:cxnSp>
          <p:nvCxnSpPr>
            <p:cNvPr id="96" name="Google Shape;209;p28"/>
            <p:cNvCxnSpPr/>
            <p:nvPr/>
          </p:nvCxnSpPr>
          <p:spPr>
            <a:xfrm>
              <a:off x="4572000" y="5009760"/>
              <a:ext cx="4572360" cy="360"/>
            </a:xfrm>
            <a:prstGeom prst="straightConnector1">
              <a:avLst/>
            </a:prstGeom>
            <a:ln w="9525">
              <a:solidFill>
                <a:srgbClr val="0A0A0A"/>
              </a:solidFill>
              <a:round/>
            </a:ln>
          </p:spPr>
        </p:cxnSp>
        <p:cxnSp>
          <p:nvCxnSpPr>
            <p:cNvPr id="97" name="Google Shape;210;p28"/>
            <p:cNvCxnSpPr/>
            <p:nvPr/>
          </p:nvCxnSpPr>
          <p:spPr>
            <a:xfrm flipV="1">
              <a:off x="283680" y="0"/>
              <a:ext cx="360" cy="2919600"/>
            </a:xfrm>
            <a:prstGeom prst="straightConnector1">
              <a:avLst/>
            </a:prstGeom>
            <a:ln w="9525">
              <a:solidFill>
                <a:srgbClr val="0A0A0A"/>
              </a:solidFill>
              <a:round/>
            </a:ln>
          </p:spPr>
        </p:cxn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01"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02" name="Google Shape;235;p30"/>
          <p:cNvSpPr/>
          <p:nvPr/>
        </p:nvSpPr>
        <p:spPr>
          <a:xfrm>
            <a:off x="0" y="4876200"/>
            <a:ext cx="843012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3" name="Google Shape;236;p30"/>
          <p:cNvGrpSpPr/>
          <p:nvPr/>
        </p:nvGrpSpPr>
        <p:grpSpPr>
          <a:xfrm>
            <a:off x="283680" y="-3960"/>
            <a:ext cx="8576280" cy="5147280"/>
            <a:chOff x="283680" y="-3960"/>
            <a:chExt cx="8576280" cy="5147280"/>
          </a:xfrm>
        </p:grpSpPr>
        <p:cxnSp>
          <p:nvCxnSpPr>
            <p:cNvPr id="104" name="Google Shape;237;p30"/>
            <p:cNvCxnSpPr/>
            <p:nvPr/>
          </p:nvCxnSpPr>
          <p:spPr>
            <a:xfrm>
              <a:off x="283680" y="2571840"/>
              <a:ext cx="360" cy="2571840"/>
            </a:xfrm>
            <a:prstGeom prst="straightConnector1">
              <a:avLst/>
            </a:prstGeom>
            <a:ln w="9525">
              <a:solidFill>
                <a:srgbClr val="0A0A0A"/>
              </a:solidFill>
              <a:round/>
            </a:ln>
          </p:spPr>
        </p:cxnSp>
        <p:cxnSp>
          <p:nvCxnSpPr>
            <p:cNvPr id="105" name="Google Shape;238;p30"/>
            <p:cNvCxnSpPr/>
            <p:nvPr/>
          </p:nvCxnSpPr>
          <p:spPr>
            <a:xfrm>
              <a:off x="8859960" y="-3960"/>
              <a:ext cx="360" cy="2575800"/>
            </a:xfrm>
            <a:prstGeom prst="straightConnector1">
              <a:avLst/>
            </a:prstGeom>
            <a:ln w="9525">
              <a:solidFill>
                <a:srgbClr val="0A0A0A"/>
              </a:solidFill>
              <a:round/>
            </a:ln>
          </p:spPr>
        </p:cxn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106"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07" name="Google Shape;25;p4"/>
          <p:cNvSpPr/>
          <p:nvPr/>
        </p:nvSpPr>
        <p:spPr>
          <a:xfrm flipH="1">
            <a:off x="-720" y="0"/>
            <a:ext cx="9143640" cy="2671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8" name="Google Shape;26;p4"/>
          <p:cNvGrpSpPr/>
          <p:nvPr/>
        </p:nvGrpSpPr>
        <p:grpSpPr>
          <a:xfrm>
            <a:off x="0" y="0"/>
            <a:ext cx="8859960" cy="4875840"/>
            <a:chOff x="0" y="0"/>
            <a:chExt cx="8859960" cy="4875840"/>
          </a:xfrm>
        </p:grpSpPr>
        <p:cxnSp>
          <p:nvCxnSpPr>
            <p:cNvPr id="109" name="Google Shape;27;p4"/>
            <p:cNvCxnSpPr/>
            <p:nvPr/>
          </p:nvCxnSpPr>
          <p:spPr>
            <a:xfrm>
              <a:off x="8859960" y="0"/>
              <a:ext cx="360" cy="2571840"/>
            </a:xfrm>
            <a:prstGeom prst="straightConnector1">
              <a:avLst/>
            </a:prstGeom>
            <a:ln w="9525">
              <a:solidFill>
                <a:srgbClr val="0A0A0A"/>
              </a:solidFill>
              <a:round/>
            </a:ln>
          </p:spPr>
        </p:cxnSp>
        <p:cxnSp>
          <p:nvCxnSpPr>
            <p:cNvPr id="110" name="Google Shape;28;p4"/>
            <p:cNvCxnSpPr/>
            <p:nvPr/>
          </p:nvCxnSpPr>
          <p:spPr>
            <a:xfrm flipH="1">
              <a:off x="0" y="4875840"/>
              <a:ext cx="8444880" cy="360"/>
            </a:xfrm>
            <a:prstGeom prst="straightConnector1">
              <a:avLst/>
            </a:prstGeom>
            <a:ln w="9525">
              <a:solidFill>
                <a:srgbClr val="0A0A0A"/>
              </a:solidFill>
              <a:round/>
            </a:ln>
          </p:spPr>
        </p:cxn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CUSTOM_7_1">
    <p:bg>
      <p:bgPr>
        <a:solidFill>
          <a:schemeClr val="lt1"/>
        </a:solidFill>
        <a:effectLst/>
      </p:bgPr>
    </p:bg>
    <p:spTree>
      <p:nvGrpSpPr>
        <p:cNvPr id="1" name=""/>
        <p:cNvGrpSpPr/>
        <p:nvPr/>
      </p:nvGrpSpPr>
      <p:grpSpPr>
        <a:xfrm>
          <a:off x="0" y="0"/>
          <a:ext cx="0" cy="0"/>
          <a:chOff x="0" y="0"/>
          <a:chExt cx="0" cy="0"/>
        </a:xfrm>
      </p:grpSpPr>
      <p:sp>
        <p:nvSpPr>
          <p:cNvPr id="111"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12" name="Google Shape;253;p31"/>
          <p:cNvSpPr/>
          <p:nvPr/>
        </p:nvSpPr>
        <p:spPr>
          <a:xfrm rot="10800000" flipH="1">
            <a:off x="-36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3" name="Google Shape;254;p31"/>
          <p:cNvGrpSpPr/>
          <p:nvPr/>
        </p:nvGrpSpPr>
        <p:grpSpPr>
          <a:xfrm>
            <a:off x="141840" y="267120"/>
            <a:ext cx="9001800" cy="4876200"/>
            <a:chOff x="141840" y="267120"/>
            <a:chExt cx="9001800" cy="4876200"/>
          </a:xfrm>
        </p:grpSpPr>
        <p:cxnSp>
          <p:nvCxnSpPr>
            <p:cNvPr id="114" name="Google Shape;255;p31"/>
            <p:cNvCxnSpPr/>
            <p:nvPr/>
          </p:nvCxnSpPr>
          <p:spPr>
            <a:xfrm>
              <a:off x="7907760" y="267120"/>
              <a:ext cx="1236240" cy="360"/>
            </a:xfrm>
            <a:prstGeom prst="straightConnector1">
              <a:avLst/>
            </a:prstGeom>
            <a:ln w="9525">
              <a:solidFill>
                <a:srgbClr val="0A0A0A"/>
              </a:solidFill>
              <a:round/>
            </a:ln>
          </p:spPr>
        </p:cxnSp>
        <p:cxnSp>
          <p:nvCxnSpPr>
            <p:cNvPr id="115" name="Google Shape;256;p31"/>
            <p:cNvCxnSpPr/>
            <p:nvPr/>
          </p:nvCxnSpPr>
          <p:spPr>
            <a:xfrm>
              <a:off x="141840" y="1184760"/>
              <a:ext cx="360" cy="3958920"/>
            </a:xfrm>
            <a:prstGeom prst="straightConnector1">
              <a:avLst/>
            </a:prstGeom>
            <a:ln w="9525">
              <a:solidFill>
                <a:srgbClr val="0A0A0A"/>
              </a:solidFill>
              <a:round/>
            </a:ln>
          </p:spPr>
        </p:cxn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116" name="PlaceHolder 1"/>
          <p:cNvSpPr>
            <a:spLocks noGrp="1"/>
          </p:cNvSpPr>
          <p:nvPr>
            <p:ph type="title" hasCustomPrompt="1"/>
          </p:nvPr>
        </p:nvSpPr>
        <p:spPr>
          <a:xfrm>
            <a:off x="2654640" y="530280"/>
            <a:ext cx="3834360" cy="1107720"/>
          </a:xfrm>
          <a:prstGeom prst="rect">
            <a:avLst/>
          </a:prstGeom>
          <a:noFill/>
          <a:ln w="0">
            <a:noFill/>
          </a:ln>
        </p:spPr>
        <p:txBody>
          <a:bodyPr lIns="91440" tIns="91440" rIns="91440" bIns="91440" anchor="t">
            <a:noAutofit/>
          </a:bodyPr>
          <a:p>
            <a:pPr indent="0">
              <a:buNone/>
            </a:pPr>
            <a:r>
              <a:rPr lang="fr-FR" sz="6000" b="0" u="none" strike="noStrike">
                <a:solidFill>
                  <a:schemeClr val="dk1"/>
                </a:solidFill>
                <a:effectLst/>
                <a:uFillTx/>
                <a:latin typeface="Arial"/>
              </a:rPr>
              <a:t>Click to edit the title text format</a:t>
            </a:r>
            <a:endParaRPr lang="fr-FR" sz="6000" b="0" u="none" strike="noStrike">
              <a:solidFill>
                <a:schemeClr val="dk1"/>
              </a:solidFill>
              <a:effectLst/>
              <a:uFillTx/>
              <a:latin typeface="Arial"/>
            </a:endParaRPr>
          </a:p>
        </p:txBody>
      </p:sp>
      <p:grpSp>
        <p:nvGrpSpPr>
          <p:cNvPr id="117" name="Google Shape;261;p32"/>
          <p:cNvGrpSpPr/>
          <p:nvPr/>
        </p:nvGrpSpPr>
        <p:grpSpPr>
          <a:xfrm>
            <a:off x="713520" y="2579400"/>
            <a:ext cx="8430480" cy="2563920"/>
            <a:chOff x="713520" y="2579400"/>
            <a:chExt cx="8430480" cy="2563920"/>
          </a:xfrm>
        </p:grpSpPr>
        <p:cxnSp>
          <p:nvCxnSpPr>
            <p:cNvPr id="118" name="Google Shape;262;p32"/>
            <p:cNvCxnSpPr/>
            <p:nvPr/>
          </p:nvCxnSpPr>
          <p:spPr>
            <a:xfrm>
              <a:off x="2838960" y="4875840"/>
              <a:ext cx="6305400" cy="360"/>
            </a:xfrm>
            <a:prstGeom prst="straightConnector1">
              <a:avLst/>
            </a:prstGeom>
            <a:ln w="9525">
              <a:solidFill>
                <a:srgbClr val="0A0A0A"/>
              </a:solidFill>
              <a:round/>
            </a:ln>
          </p:spPr>
        </p:cxnSp>
        <p:cxnSp>
          <p:nvCxnSpPr>
            <p:cNvPr id="119" name="Google Shape;263;p32"/>
            <p:cNvCxnSpPr/>
            <p:nvPr/>
          </p:nvCxnSpPr>
          <p:spPr>
            <a:xfrm flipV="1">
              <a:off x="713520" y="2579400"/>
              <a:ext cx="360" cy="2564280"/>
            </a:xfrm>
            <a:prstGeom prst="straightConnector1">
              <a:avLst/>
            </a:prstGeom>
            <a:ln w="9525">
              <a:solidFill>
                <a:srgbClr val="0A0A0A"/>
              </a:solidFill>
              <a:round/>
            </a:ln>
          </p:spPr>
        </p:cxnSp>
      </p:grpSp>
      <p:sp>
        <p:nvSpPr>
          <p:cNvPr id="120" name="Google Shape;264;p32"/>
          <p:cNvSpPr/>
          <p:nvPr/>
        </p:nvSpPr>
        <p:spPr>
          <a:xfrm>
            <a:off x="2654640" y="3304440"/>
            <a:ext cx="3834360" cy="79380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algn="ctr" defTabSz="914400">
              <a:lnSpc>
                <a:spcPct val="115000"/>
              </a:lnSpc>
              <a:tabLst>
                <a:tab pos="0" algn="l"/>
              </a:tabLst>
            </a:pPr>
            <a:r>
              <a:rPr lang="en-GB" sz="1200" b="0" u="none" strike="noStrike">
                <a:solidFill>
                  <a:schemeClr val="dk1"/>
                </a:solidFill>
                <a:effectLst/>
                <a:uFillTx/>
                <a:latin typeface="Commissioner"/>
                <a:ea typeface="Commissioner"/>
              </a:rPr>
              <a:t>Credits: This presentation template was created by </a:t>
            </a:r>
            <a:r>
              <a:rPr lang="en-GB" sz="1200" b="1" u="sng" strike="noStrike">
                <a:solidFill>
                  <a:schemeClr val="dk1"/>
                </a:solidFill>
                <a:effectLst/>
                <a:uFillTx/>
                <a:latin typeface="Commissioner"/>
                <a:ea typeface="Commissioner"/>
                <a:hlinkClick r:id="rId2"/>
              </a:rPr>
              <a:t>Slidesgo</a:t>
            </a:r>
            <a:r>
              <a:rPr lang="en-GB" sz="1200" b="0" u="none" strike="noStrike">
                <a:solidFill>
                  <a:schemeClr val="dk1"/>
                </a:solidFill>
                <a:effectLst/>
                <a:uFillTx/>
                <a:latin typeface="Commissioner"/>
                <a:ea typeface="Commissioner"/>
              </a:rPr>
              <a:t>, and includes icons, infographics &amp; images by </a:t>
            </a:r>
            <a:r>
              <a:rPr lang="en-GB" sz="1200" b="1" u="sng" strike="noStrike">
                <a:solidFill>
                  <a:schemeClr val="dk1"/>
                </a:solidFill>
                <a:effectLst/>
                <a:uFillTx/>
                <a:latin typeface="Commissioner"/>
                <a:ea typeface="Commissioner"/>
                <a:hlinkClick r:id="rId3"/>
              </a:rPr>
              <a:t>Freepi</a:t>
            </a:r>
            <a:r>
              <a:rPr lang="en-GB" sz="1200" b="1" u="sng" strike="noStrike">
                <a:solidFill>
                  <a:schemeClr val="dk1"/>
                </a:solidFill>
                <a:effectLst/>
                <a:uFillTx/>
                <a:latin typeface="Commissioner"/>
                <a:ea typeface="Commissioner"/>
                <a:hlinkClick r:id="rId3"/>
              </a:rPr>
              <a:t>k</a:t>
            </a:r>
            <a:endParaRPr lang="en-US" sz="1200" b="0" u="none" strike="noStrike">
              <a:solidFill>
                <a:srgbClr val="000000"/>
              </a:solidFill>
              <a:effectLst/>
              <a:uFillTx/>
              <a:latin typeface="OpenSymbo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125" name="Google Shape;271;p34"/>
          <p:cNvSpPr/>
          <p:nvPr/>
        </p:nvSpPr>
        <p:spPr>
          <a:xfrm rot="10800000">
            <a:off x="360" y="360"/>
            <a:ext cx="71640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6" name="Google Shape;272;p34"/>
          <p:cNvGrpSpPr/>
          <p:nvPr/>
        </p:nvGrpSpPr>
        <p:grpSpPr>
          <a:xfrm>
            <a:off x="0" y="362880"/>
            <a:ext cx="8859960" cy="4780440"/>
            <a:chOff x="0" y="362880"/>
            <a:chExt cx="8859960" cy="4780440"/>
          </a:xfrm>
        </p:grpSpPr>
        <p:cxnSp>
          <p:nvCxnSpPr>
            <p:cNvPr id="127" name="Google Shape;273;p34"/>
            <p:cNvCxnSpPr/>
            <p:nvPr/>
          </p:nvCxnSpPr>
          <p:spPr>
            <a:xfrm flipH="1">
              <a:off x="0" y="362880"/>
              <a:ext cx="4871160" cy="360"/>
            </a:xfrm>
            <a:prstGeom prst="straightConnector1">
              <a:avLst/>
            </a:prstGeom>
            <a:ln w="9525">
              <a:solidFill>
                <a:srgbClr val="0A0A0A"/>
              </a:solidFill>
              <a:round/>
            </a:ln>
          </p:spPr>
        </p:cxnSp>
        <p:cxnSp>
          <p:nvCxnSpPr>
            <p:cNvPr id="128" name="Google Shape;274;p34"/>
            <p:cNvCxnSpPr/>
            <p:nvPr/>
          </p:nvCxnSpPr>
          <p:spPr>
            <a:xfrm>
              <a:off x="8859960" y="1012320"/>
              <a:ext cx="360" cy="4131360"/>
            </a:xfrm>
            <a:prstGeom prst="straightConnector1">
              <a:avLst/>
            </a:prstGeom>
            <a:ln w="9525">
              <a:solidFill>
                <a:srgbClr val="0A0A0A"/>
              </a:solidFill>
              <a:round/>
            </a:ln>
          </p:spPr>
        </p:cxn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2" name="PlaceHolder 1"/>
          <p:cNvSpPr>
            <a:spLocks noGrp="1"/>
          </p:cNvSpPr>
          <p:nvPr>
            <p:ph type="title" hasCustomPrompt="1"/>
          </p:nvPr>
        </p:nvSpPr>
        <p:spPr>
          <a:xfrm>
            <a:off x="713160" y="470520"/>
            <a:ext cx="7717320" cy="549720"/>
          </a:xfrm>
          <a:prstGeom prst="rect">
            <a:avLst/>
          </a:prstGeom>
          <a:noFill/>
          <a:ln w="0">
            <a:noFill/>
          </a:ln>
        </p:spPr>
        <p:txBody>
          <a:bodyPr lIns="91440" tIns="91440" rIns="91440" bIns="91440" anchor="t">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33" name="Google Shape;39;p6"/>
          <p:cNvSpPr/>
          <p:nvPr/>
        </p:nvSpPr>
        <p:spPr>
          <a:xfrm>
            <a:off x="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4" name="Google Shape;40;p6"/>
          <p:cNvGrpSpPr/>
          <p:nvPr/>
        </p:nvGrpSpPr>
        <p:grpSpPr>
          <a:xfrm>
            <a:off x="141840" y="0"/>
            <a:ext cx="9001800" cy="4875840"/>
            <a:chOff x="141840" y="0"/>
            <a:chExt cx="9001800" cy="4875840"/>
          </a:xfrm>
        </p:grpSpPr>
        <p:cxnSp>
          <p:nvCxnSpPr>
            <p:cNvPr id="135" name="Google Shape;41;p6"/>
            <p:cNvCxnSpPr/>
            <p:nvPr/>
          </p:nvCxnSpPr>
          <p:spPr>
            <a:xfrm>
              <a:off x="4576320" y="4875840"/>
              <a:ext cx="4567680" cy="360"/>
            </a:xfrm>
            <a:prstGeom prst="straightConnector1">
              <a:avLst/>
            </a:prstGeom>
            <a:ln w="9525">
              <a:solidFill>
                <a:srgbClr val="0A0A0A"/>
              </a:solidFill>
              <a:round/>
            </a:ln>
          </p:spPr>
        </p:cxnSp>
        <p:cxnSp>
          <p:nvCxnSpPr>
            <p:cNvPr id="136" name="Google Shape;42;p6"/>
            <p:cNvCxnSpPr/>
            <p:nvPr/>
          </p:nvCxnSpPr>
          <p:spPr>
            <a:xfrm flipV="1">
              <a:off x="141840" y="0"/>
              <a:ext cx="360" cy="3958560"/>
            </a:xfrm>
            <a:prstGeom prst="straightConnector1">
              <a:avLst/>
            </a:prstGeom>
            <a:ln w="9525">
              <a:solidFill>
                <a:srgbClr val="0A0A0A"/>
              </a:solidFill>
              <a:round/>
            </a:ln>
          </p:spPr>
        </p:cxnSp>
      </p:grpSp>
      <p:sp>
        <p:nvSpPr>
          <p:cNvPr id="137"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Click to edit the outline text format</a:t>
            </a:r>
            <a:endParaRPr lang="fr-FR" sz="14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fr-FR" sz="14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a:rPr>
              <a:t>Third Outline Level</a:t>
            </a:r>
            <a:endParaRPr lang="fr-FR" sz="14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fr-FR" sz="14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Fifth Outline Level</a:t>
            </a:r>
            <a:endParaRPr lang="fr-FR" sz="20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Sixth Outline Level</a:t>
            </a:r>
            <a:endParaRPr lang="fr-FR" sz="20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a:rPr>
              <a:t>Seventh Outline Level</a:t>
            </a:r>
            <a:endParaRPr lang="fr-FR" sz="2000" b="0" u="none" strike="noStrike">
              <a:solidFill>
                <a:srgbClr val="000000"/>
              </a:solidFill>
              <a:effectLst/>
              <a:uFillTx/>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8" name="PlaceHolder 1"/>
          <p:cNvSpPr>
            <a:spLocks noGrp="1"/>
          </p:cNvSpPr>
          <p:nvPr>
            <p:ph type="title" hasCustomPrompt="1"/>
          </p:nvPr>
        </p:nvSpPr>
        <p:spPr>
          <a:xfrm>
            <a:off x="713160" y="519120"/>
            <a:ext cx="2789280" cy="1971720"/>
          </a:xfrm>
          <a:prstGeom prst="rect">
            <a:avLst/>
          </a:prstGeom>
          <a:noFill/>
          <a:ln w="0">
            <a:noFill/>
          </a:ln>
        </p:spPr>
        <p:txBody>
          <a:bodyPr lIns="91440" tIns="91440" rIns="91440" bIns="91440" anchor="b">
            <a:noAutofit/>
          </a:bodyPr>
          <a:p>
            <a:pPr indent="0">
              <a:buNone/>
            </a:pPr>
            <a:r>
              <a:rPr lang="fr-FR" sz="3100" b="0" u="none" strike="noStrike">
                <a:solidFill>
                  <a:schemeClr val="dk1"/>
                </a:solidFill>
                <a:effectLst/>
                <a:uFillTx/>
                <a:latin typeface="Arial"/>
              </a:rPr>
              <a:t>Click to edit the title text format</a:t>
            </a:r>
            <a:endParaRPr lang="fr-FR" sz="3100" b="0" u="none" strike="noStrike">
              <a:solidFill>
                <a:schemeClr val="dk1"/>
              </a:solidFill>
              <a:effectLst/>
              <a:uFillTx/>
              <a:latin typeface="Arial"/>
            </a:endParaRPr>
          </a:p>
        </p:txBody>
      </p:sp>
      <p:sp>
        <p:nvSpPr>
          <p:cNvPr id="139" name="PlaceHolder 2"/>
          <p:cNvSpPr>
            <a:spLocks noGrp="1"/>
          </p:cNvSpPr>
          <p:nvPr>
            <p:ph type="body" hasCustomPrompt="1"/>
          </p:nvPr>
        </p:nvSpPr>
        <p:spPr>
          <a:xfrm>
            <a:off x="4572000" y="0"/>
            <a:ext cx="4571640" cy="514332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Click to edit the outline text format</a:t>
            </a:r>
            <a:endParaRPr lang="fr-FR" sz="1800" b="0" u="none" strike="noStrike">
              <a:solidFill>
                <a:srgbClr val="000000"/>
              </a:solidFill>
              <a:effectLst/>
              <a:uFillTx/>
              <a:latin typeface="Arial"/>
            </a:endParaRPr>
          </a:p>
          <a:p>
            <a:pPr marL="864235" lvl="1" indent="-323850">
              <a:spcBef>
                <a:spcPts val="1135"/>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fr-FR" sz="1800" b="0" u="none" strike="noStrike">
              <a:solidFill>
                <a:srgbClr val="000000"/>
              </a:solidFill>
              <a:effectLst/>
              <a:uFillTx/>
              <a:latin typeface="Arial"/>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Third Outline Level</a:t>
            </a:r>
            <a:endParaRPr lang="fr-FR" sz="1800" b="0" u="none" strike="noStrike">
              <a:solidFill>
                <a:srgbClr val="000000"/>
              </a:solidFill>
              <a:effectLst/>
              <a:uFillTx/>
              <a:latin typeface="Arial"/>
            </a:endParaRPr>
          </a:p>
          <a:p>
            <a:pPr marL="1727835" lvl="3" indent="-215900">
              <a:spcBef>
                <a:spcPts val="565"/>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fr-FR" sz="1800" b="0" u="none" strike="noStrike">
              <a:solidFill>
                <a:srgbClr val="000000"/>
              </a:solidFill>
              <a:effectLst/>
              <a:uFillTx/>
              <a:latin typeface="Arial"/>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Fifth Outline Level</a:t>
            </a:r>
            <a:endParaRPr lang="fr-FR" sz="1800" b="0" u="none" strike="noStrike">
              <a:solidFill>
                <a:srgbClr val="000000"/>
              </a:solidFill>
              <a:effectLst/>
              <a:uFillTx/>
              <a:latin typeface="Arial"/>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Sixth Outline Level</a:t>
            </a:r>
            <a:endParaRPr lang="fr-FR" sz="1800" b="0" u="none" strike="noStrike">
              <a:solidFill>
                <a:srgbClr val="000000"/>
              </a:solidFill>
              <a:effectLst/>
              <a:uFillTx/>
              <a:latin typeface="Arial"/>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a:rPr>
              <a:t>Seventh Outline Level</a:t>
            </a:r>
            <a:endParaRPr lang="fr-FR" sz="1800" b="0" u="none" strike="noStrike">
              <a:solidFill>
                <a:srgbClr val="000000"/>
              </a:solidFill>
              <a:effectLst/>
              <a:uFillTx/>
              <a:latin typeface="Arial"/>
            </a:endParaRPr>
          </a:p>
        </p:txBody>
      </p:sp>
      <p:sp>
        <p:nvSpPr>
          <p:cNvPr id="140" name="Google Shape;47;p7"/>
          <p:cNvSpPr/>
          <p:nvPr/>
        </p:nvSpPr>
        <p:spPr>
          <a:xfrm>
            <a:off x="0" y="0"/>
            <a:ext cx="28332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1" name="Google Shape;48;p7"/>
          <p:cNvGrpSpPr/>
          <p:nvPr/>
        </p:nvGrpSpPr>
        <p:grpSpPr>
          <a:xfrm>
            <a:off x="0" y="0"/>
            <a:ext cx="3812040" cy="4608360"/>
            <a:chOff x="0" y="0"/>
            <a:chExt cx="3812040" cy="4608360"/>
          </a:xfrm>
        </p:grpSpPr>
        <p:cxnSp>
          <p:nvCxnSpPr>
            <p:cNvPr id="142" name="Google Shape;49;p7"/>
            <p:cNvCxnSpPr/>
            <p:nvPr/>
          </p:nvCxnSpPr>
          <p:spPr>
            <a:xfrm flipV="1">
              <a:off x="3812040" y="0"/>
              <a:ext cx="360" cy="698760"/>
            </a:xfrm>
            <a:prstGeom prst="straightConnector1">
              <a:avLst/>
            </a:prstGeom>
            <a:ln w="9525">
              <a:solidFill>
                <a:srgbClr val="0A0A0A"/>
              </a:solidFill>
              <a:round/>
            </a:ln>
          </p:spPr>
        </p:cxnSp>
        <p:cxnSp>
          <p:nvCxnSpPr>
            <p:cNvPr id="143" name="Google Shape;50;p7"/>
            <p:cNvCxnSpPr/>
            <p:nvPr/>
          </p:nvCxnSpPr>
          <p:spPr>
            <a:xfrm>
              <a:off x="0" y="4608360"/>
              <a:ext cx="3387240" cy="360"/>
            </a:xfrm>
            <a:prstGeom prst="straightConnector1">
              <a:avLst/>
            </a:prstGeom>
            <a:ln w="9525">
              <a:solidFill>
                <a:srgbClr val="0A0A0A"/>
              </a:solidFill>
              <a:round/>
            </a:ln>
          </p:spPr>
        </p:cxn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44" name="PlaceHolder 1"/>
          <p:cNvSpPr>
            <a:spLocks noGrp="1"/>
          </p:cNvSpPr>
          <p:nvPr>
            <p:ph type="title" hasCustomPrompt="1"/>
          </p:nvPr>
        </p:nvSpPr>
        <p:spPr>
          <a:xfrm>
            <a:off x="1864800" y="1218960"/>
            <a:ext cx="5414040" cy="2298240"/>
          </a:xfrm>
          <a:prstGeom prst="rect">
            <a:avLst/>
          </a:prstGeom>
          <a:noFill/>
          <a:ln w="0">
            <a:noFill/>
          </a:ln>
        </p:spPr>
        <p:txBody>
          <a:bodyPr lIns="91440" tIns="91440" rIns="91440" bIns="91440" anchor="ctr">
            <a:noAutofit/>
          </a:bodyPr>
          <a:p>
            <a:pPr indent="0">
              <a:buNone/>
            </a:pPr>
            <a:r>
              <a:rPr lang="fr-FR" sz="6000" b="0" u="none" strike="noStrike">
                <a:solidFill>
                  <a:schemeClr val="dk1"/>
                </a:solidFill>
                <a:effectLst/>
                <a:uFillTx/>
                <a:latin typeface="Arial"/>
              </a:rPr>
              <a:t>Click to edit the title text format</a:t>
            </a:r>
            <a:endParaRPr lang="fr-FR" sz="6000" b="0" u="none" strike="noStrike">
              <a:solidFill>
                <a:schemeClr val="dk1"/>
              </a:solidFill>
              <a:effectLst/>
              <a:uFillTx/>
              <a:latin typeface="Arial"/>
            </a:endParaRPr>
          </a:p>
        </p:txBody>
      </p:sp>
      <p:sp>
        <p:nvSpPr>
          <p:cNvPr id="145" name="Google Shape;53;p8"/>
          <p:cNvSpPr/>
          <p:nvPr/>
        </p:nvSpPr>
        <p:spPr>
          <a:xfrm flipH="1">
            <a:off x="-55440" y="0"/>
            <a:ext cx="852480" cy="514332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6" name="Google Shape;54;p8"/>
          <p:cNvGrpSpPr/>
          <p:nvPr/>
        </p:nvGrpSpPr>
        <p:grpSpPr>
          <a:xfrm>
            <a:off x="-55080" y="539280"/>
            <a:ext cx="9199080" cy="4604040"/>
            <a:chOff x="-55080" y="539280"/>
            <a:chExt cx="9199080" cy="4604040"/>
          </a:xfrm>
        </p:grpSpPr>
        <p:cxnSp>
          <p:nvCxnSpPr>
            <p:cNvPr id="147" name="Google Shape;55;p8"/>
            <p:cNvCxnSpPr/>
            <p:nvPr/>
          </p:nvCxnSpPr>
          <p:spPr>
            <a:xfrm flipH="1">
              <a:off x="3484800" y="4608360"/>
              <a:ext cx="5659560" cy="360"/>
            </a:xfrm>
            <a:prstGeom prst="straightConnector1">
              <a:avLst/>
            </a:prstGeom>
            <a:ln w="9525">
              <a:solidFill>
                <a:srgbClr val="0A0A0A"/>
              </a:solidFill>
              <a:round/>
            </a:ln>
          </p:spPr>
        </p:cxnSp>
        <p:cxnSp>
          <p:nvCxnSpPr>
            <p:cNvPr id="148" name="Google Shape;56;p8"/>
            <p:cNvCxnSpPr/>
            <p:nvPr/>
          </p:nvCxnSpPr>
          <p:spPr>
            <a:xfrm flipH="1">
              <a:off x="-55080" y="539280"/>
              <a:ext cx="4641480" cy="360"/>
            </a:xfrm>
            <a:prstGeom prst="straightConnector1">
              <a:avLst/>
            </a:prstGeom>
            <a:ln w="9525">
              <a:solidFill>
                <a:srgbClr val="0A0A0A"/>
              </a:solidFill>
              <a:round/>
            </a:ln>
          </p:spPr>
        </p:cxnSp>
        <p:cxnSp>
          <p:nvCxnSpPr>
            <p:cNvPr id="149" name="Google Shape;57;p8"/>
            <p:cNvCxnSpPr/>
            <p:nvPr/>
          </p:nvCxnSpPr>
          <p:spPr>
            <a:xfrm flipV="1">
              <a:off x="657720" y="804960"/>
              <a:ext cx="360" cy="4338720"/>
            </a:xfrm>
            <a:prstGeom prst="straightConnector1">
              <a:avLst/>
            </a:prstGeom>
            <a:ln w="9525">
              <a:solidFill>
                <a:srgbClr val="0A0A0A"/>
              </a:solidFill>
              <a:round/>
            </a:ln>
          </p:spPr>
        </p:cxn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0" name="PlaceHolder 1"/>
          <p:cNvSpPr>
            <a:spLocks noGrp="1"/>
          </p:cNvSpPr>
          <p:nvPr>
            <p:ph type="title" hasCustomPrompt="1"/>
          </p:nvPr>
        </p:nvSpPr>
        <p:spPr>
          <a:xfrm>
            <a:off x="1963080" y="829800"/>
            <a:ext cx="5217840" cy="1338120"/>
          </a:xfrm>
          <a:prstGeom prst="rect">
            <a:avLst/>
          </a:prstGeom>
          <a:noFill/>
          <a:ln w="0">
            <a:noFill/>
          </a:ln>
        </p:spPr>
        <p:txBody>
          <a:bodyPr lIns="91440" tIns="91440" rIns="91440" bIns="91440" anchor="b">
            <a:noAutofit/>
          </a:bodyPr>
          <a:p>
            <a:pPr indent="0">
              <a:buNone/>
            </a:pPr>
            <a:r>
              <a:rPr lang="fr-FR" sz="4000" b="0" u="none" strike="noStrike">
                <a:solidFill>
                  <a:schemeClr val="dk1"/>
                </a:solidFill>
                <a:effectLst/>
                <a:uFillTx/>
                <a:latin typeface="Arial"/>
              </a:rPr>
              <a:t>Click to edit the title text format</a:t>
            </a:r>
            <a:endParaRPr lang="fr-FR" sz="4000" b="0" u="none" strike="noStrike">
              <a:solidFill>
                <a:schemeClr val="dk1"/>
              </a:solidFill>
              <a:effectLst/>
              <a:uFillTx/>
              <a:latin typeface="Arial"/>
            </a:endParaRPr>
          </a:p>
        </p:txBody>
      </p:sp>
      <p:sp>
        <p:nvSpPr>
          <p:cNvPr id="151" name="Google Shape;61;p9"/>
          <p:cNvSpPr/>
          <p:nvPr/>
        </p:nvSpPr>
        <p:spPr>
          <a:xfrm>
            <a:off x="0" y="4426560"/>
            <a:ext cx="9143640" cy="710640"/>
          </a:xfrm>
          <a:prstGeom prst="rect">
            <a:avLst/>
          </a:prstGeom>
          <a:solidFill>
            <a:schemeClr val="dk2"/>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2" name="Google Shape;62;p9"/>
          <p:cNvGrpSpPr/>
          <p:nvPr/>
        </p:nvGrpSpPr>
        <p:grpSpPr>
          <a:xfrm>
            <a:off x="712440" y="539280"/>
            <a:ext cx="8431560" cy="4604040"/>
            <a:chOff x="712440" y="539280"/>
            <a:chExt cx="8431560" cy="4604040"/>
          </a:xfrm>
        </p:grpSpPr>
        <p:cxnSp>
          <p:nvCxnSpPr>
            <p:cNvPr id="153" name="Google Shape;63;p9"/>
            <p:cNvCxnSpPr/>
            <p:nvPr/>
          </p:nvCxnSpPr>
          <p:spPr>
            <a:xfrm>
              <a:off x="4572000" y="539280"/>
              <a:ext cx="4572360" cy="360"/>
            </a:xfrm>
            <a:prstGeom prst="straightConnector1">
              <a:avLst/>
            </a:prstGeom>
            <a:ln w="9525">
              <a:solidFill>
                <a:srgbClr val="0A0A0A"/>
              </a:solidFill>
              <a:round/>
            </a:ln>
          </p:spPr>
        </p:cxnSp>
        <p:cxnSp>
          <p:nvCxnSpPr>
            <p:cNvPr id="154" name="Google Shape;64;p9"/>
            <p:cNvCxnSpPr/>
            <p:nvPr/>
          </p:nvCxnSpPr>
          <p:spPr>
            <a:xfrm flipV="1">
              <a:off x="712440" y="1685160"/>
              <a:ext cx="360" cy="3458520"/>
            </a:xfrm>
            <a:prstGeom prst="straightConnector1">
              <a:avLst/>
            </a:prstGeom>
            <a:ln w="9525">
              <a:solidFill>
                <a:srgbClr val="0A0A0A"/>
              </a:solidFill>
              <a:round/>
            </a:ln>
          </p:spPr>
        </p:cxn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slideLayout" Target="../slideLayouts/slideLayout27.xml"/><Relationship Id="rId7" Type="http://schemas.openxmlformats.org/officeDocument/2006/relationships/slideLayout" Target="../slideLayouts/slideLayout26.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 Type="http://schemas.openxmlformats.org/officeDocument/2006/relationships/slideLayout" Target="../slideLayouts/slideLayout21.xml"/><Relationship Id="rId15" Type="http://schemas.openxmlformats.org/officeDocument/2006/relationships/theme" Target="../theme/theme2.xml"/><Relationship Id="rId14" Type="http://schemas.openxmlformats.org/officeDocument/2006/relationships/slideLayout" Target="../slideLayouts/slideLayout33.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6.xml"/><Relationship Id="rId8" Type="http://schemas.openxmlformats.org/officeDocument/2006/relationships/slideLayout" Target="../slideLayouts/slideLayout45.xml"/><Relationship Id="rId7" Type="http://schemas.openxmlformats.org/officeDocument/2006/relationships/slideLayout" Target="../slideLayouts/slideLayout44.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3" Type="http://schemas.openxmlformats.org/officeDocument/2006/relationships/slideLayout" Target="../slideLayouts/slideLayout40.xml"/><Relationship Id="rId20" Type="http://schemas.openxmlformats.org/officeDocument/2006/relationships/theme" Target="../theme/theme5.xml"/><Relationship Id="rId2" Type="http://schemas.openxmlformats.org/officeDocument/2006/relationships/slideLayout" Target="../slideLayouts/slideLayout39.xml"/><Relationship Id="rId19" Type="http://schemas.openxmlformats.org/officeDocument/2006/relationships/slideLayout" Target="../slideLayouts/slideLayout56.xml"/><Relationship Id="rId18" Type="http://schemas.openxmlformats.org/officeDocument/2006/relationships/slideLayout" Target="../slideLayouts/slideLayout55.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4" r:id="rId1"/>
    <p:sldLayoutId id="2147483685" r:id="rId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7" r:id="rId1"/>
    <p:sldLayoutId id="2147483688" r:id="rId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7.jpe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0.jpeg"/><Relationship Id="rId1"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2.jpeg"/><Relationship Id="rId1" Type="http://schemas.openxmlformats.org/officeDocument/2006/relationships/image" Target="../media/image2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4.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714240" y="1019160"/>
            <a:ext cx="5600520" cy="2219040"/>
          </a:xfrm>
          <a:prstGeom prst="rect">
            <a:avLst/>
          </a:prstGeom>
          <a:noFill/>
          <a:ln w="0">
            <a:noFill/>
          </a:ln>
        </p:spPr>
        <p:txBody>
          <a:bodyPr lIns="91440" tIns="91440" rIns="91440" bIns="91440" anchor="b">
            <a:normAutofit/>
          </a:bodyPr>
          <a:p>
            <a:pPr indent="0">
              <a:lnSpc>
                <a:spcPct val="100000"/>
              </a:lnSpc>
              <a:buNone/>
              <a:tabLst>
                <a:tab pos="0" algn="l"/>
              </a:tabLst>
            </a:pPr>
            <a:r>
              <a:rPr lang="en-US" sz="4100" b="0" u="none" strike="noStrike">
                <a:solidFill>
                  <a:schemeClr val="accent1"/>
                </a:solidFill>
                <a:effectLst/>
                <a:uFillTx/>
                <a:latin typeface="Golos Text"/>
                <a:ea typeface="Golos Text"/>
              </a:rPr>
              <a:t>Linux Mint Instalación </a:t>
            </a:r>
            <a:endParaRPr lang="fr-FR" sz="4100" b="0" u="none" strike="noStrike">
              <a:solidFill>
                <a:schemeClr val="dk1"/>
              </a:solidFill>
              <a:effectLst/>
              <a:uFillTx/>
              <a:latin typeface="Arial"/>
            </a:endParaRPr>
          </a:p>
        </p:txBody>
      </p:sp>
      <p:sp>
        <p:nvSpPr>
          <p:cNvPr id="160" name="PlaceHolder 2"/>
          <p:cNvSpPr>
            <a:spLocks noGrp="1"/>
          </p:cNvSpPr>
          <p:nvPr>
            <p:ph type="subTitle"/>
          </p:nvPr>
        </p:nvSpPr>
        <p:spPr>
          <a:xfrm>
            <a:off x="714240" y="3314880"/>
            <a:ext cx="5600520" cy="723600"/>
          </a:xfrm>
          <a:prstGeom prst="rect">
            <a:avLst/>
          </a:prstGeom>
          <a:noFill/>
          <a:ln w="0">
            <a:noFill/>
          </a:ln>
        </p:spPr>
        <p:txBody>
          <a:bodyPr lIns="91440" tIns="91440" rIns="91440" bIns="91440" anchor="t">
            <a:normAutofit/>
          </a:bodyPr>
          <a:p>
            <a:pPr indent="0">
              <a:lnSpc>
                <a:spcPct val="115000"/>
              </a:lnSpc>
              <a:buNone/>
              <a:tabLst>
                <a:tab pos="0" algn="l"/>
              </a:tabLst>
            </a:pPr>
            <a:r>
              <a:rPr lang="en-US" sz="1500" b="0" u="none" strike="noStrike">
                <a:solidFill>
                  <a:schemeClr val="dk1"/>
                </a:solidFill>
                <a:effectLst/>
                <a:uFillTx/>
                <a:latin typeface="Commissioner"/>
                <a:ea typeface="Commissioner"/>
              </a:rPr>
              <a:t>Pasos esenciales para comenzar</a:t>
            </a:r>
            <a:endParaRPr lang="en-US" sz="15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086360" y="542880"/>
            <a:ext cx="4219200" cy="1199880"/>
          </a:xfrm>
          <a:prstGeom prst="rect">
            <a:avLst/>
          </a:prstGeom>
          <a:noFill/>
          <a:ln w="0">
            <a:noFill/>
          </a:ln>
        </p:spPr>
        <p:txBody>
          <a:bodyPr lIns="91440" tIns="91440" rIns="91440" bIns="91440" anchor="b">
            <a:normAutofit/>
          </a:bodyPr>
          <a:p>
            <a:pPr indent="0" algn="r">
              <a:lnSpc>
                <a:spcPct val="100000"/>
              </a:lnSpc>
              <a:buNone/>
              <a:tabLst>
                <a:tab pos="0" algn="l"/>
              </a:tabLst>
            </a:pPr>
            <a:r>
              <a:rPr lang="en-US" sz="2400" b="0" u="none" strike="noStrike">
                <a:solidFill>
                  <a:schemeClr val="dk1"/>
                </a:solidFill>
                <a:effectLst/>
                <a:uFillTx/>
                <a:latin typeface="Golos Text"/>
                <a:ea typeface="Golos Text"/>
              </a:rPr>
              <a:t>Introducción</a:t>
            </a:r>
            <a:endParaRPr lang="en-US" sz="2400" b="0" u="none" strike="noStrike">
              <a:solidFill>
                <a:schemeClr val="dk1"/>
              </a:solidFill>
              <a:effectLst/>
              <a:uFillTx/>
              <a:latin typeface="Golos Text"/>
              <a:ea typeface="Golos Text"/>
            </a:endParaRPr>
          </a:p>
        </p:txBody>
      </p:sp>
      <p:sp>
        <p:nvSpPr>
          <p:cNvPr id="162" name="PlaceHolder 2"/>
          <p:cNvSpPr>
            <a:spLocks noGrp="1"/>
          </p:cNvSpPr>
          <p:nvPr>
            <p:ph type="subTitle"/>
          </p:nvPr>
        </p:nvSpPr>
        <p:spPr>
          <a:xfrm>
            <a:off x="4086360" y="1752480"/>
            <a:ext cx="4219200" cy="2590560"/>
          </a:xfrm>
          <a:prstGeom prst="rect">
            <a:avLst/>
          </a:prstGeom>
          <a:noFill/>
          <a:ln w="0">
            <a:noFill/>
          </a:ln>
        </p:spPr>
        <p:txBody>
          <a:bodyPr lIns="91440" tIns="91440" rIns="91440" bIns="91440" anchor="t">
            <a:normAutofit/>
          </a:bodyPr>
          <a:p>
            <a:pPr indent="0" algn="r">
              <a:lnSpc>
                <a:spcPct val="150000"/>
              </a:lnSpc>
              <a:buNone/>
              <a:tabLst>
                <a:tab pos="0" algn="l"/>
              </a:tabLst>
            </a:pPr>
            <a:r>
              <a:rPr lang="en-US" sz="1200" b="0" u="none" strike="noStrike">
                <a:solidFill>
                  <a:schemeClr val="dk1"/>
                </a:solidFill>
                <a:effectLst/>
                <a:uFillTx/>
                <a:latin typeface="Commissioner"/>
                <a:ea typeface="Commissioner"/>
              </a:rPr>
              <a:t>Esta guía detalla cómo instalar Linux mint paso a paso, desde la preparación del USB hasta la configuración inicial. Se explica cada proceso claramente para permitir una instalación sencilla, incluso para usuarios sin experiencia previa en sistemas Linux.</a:t>
            </a:r>
            <a:endParaRPr lang="en-US" sz="1200" b="0" u="none" strike="noStrike">
              <a:solidFill>
                <a:schemeClr val="dk1"/>
              </a:solidFill>
              <a:effectLst/>
              <a:uFillTx/>
              <a:latin typeface="Commissioner"/>
              <a:ea typeface="Commissioner"/>
            </a:endParaRPr>
          </a:p>
        </p:txBody>
      </p:sp>
      <p:pic>
        <p:nvPicPr>
          <p:cNvPr id="2" name="Picture 1" descr="ubuntu-z6rtxbp6rijb53hx"/>
          <p:cNvPicPr>
            <a:picLocks noChangeAspect="1"/>
          </p:cNvPicPr>
          <p:nvPr/>
        </p:nvPicPr>
        <p:blipFill>
          <a:blip r:embed="rId1"/>
          <a:stretch>
            <a:fillRect/>
          </a:stretch>
        </p:blipFill>
        <p:spPr>
          <a:xfrm>
            <a:off x="339090" y="684530"/>
            <a:ext cx="3814445" cy="41827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Rectangles 163"/>
          <p:cNvSpPr/>
          <p:nvPr/>
        </p:nvSpPr>
        <p:spPr>
          <a:xfrm>
            <a:off x="5048280" y="476280"/>
            <a:ext cx="2285640" cy="952200"/>
          </a:xfrm>
          <a:prstGeom prst="rect">
            <a:avLst/>
          </a:prstGeom>
          <a:noFill/>
          <a:ln w="0">
            <a:noFill/>
          </a:ln>
        </p:spPr>
        <p:style>
          <a:lnRef idx="0">
            <a:srgbClr val="FFFFFF"/>
          </a:lnRef>
          <a:fillRef idx="0">
            <a:srgbClr val="FFFFFF"/>
          </a:fillRef>
          <a:effectRef idx="0">
            <a:srgbClr val="FFFFFF"/>
          </a:effectRef>
          <a:fontRef idx="minor"/>
        </p:style>
        <p:txBody>
          <a:bodyPr anchor="t">
            <a:spAutoFit/>
          </a:bodyPr>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65" name="Rectangles 164"/>
          <p:cNvSpPr/>
          <p:nvPr/>
        </p:nvSpPr>
        <p:spPr>
          <a:xfrm>
            <a:off x="5048280" y="1428840"/>
            <a:ext cx="3619080" cy="14284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4000" b="0" u="none" strike="noStrike">
                <a:solidFill>
                  <a:schemeClr val="dk1"/>
                </a:solidFill>
                <a:effectLst/>
                <a:uFillTx/>
                <a:latin typeface="Golos Text"/>
              </a:rPr>
              <a:t>Instalación de linux mint</a:t>
            </a:r>
            <a:endParaRPr lang="en-US" sz="4000" b="0" u="none" strike="noStrike">
              <a:solidFill>
                <a:srgbClr val="000000"/>
              </a:solidFill>
              <a:effectLst/>
              <a:uFillTx/>
              <a:latin typeface="OpenSymbol"/>
            </a:endParaRPr>
          </a:p>
        </p:txBody>
      </p:sp>
      <p:pic>
        <p:nvPicPr>
          <p:cNvPr id="3" name="Picture 2" descr="s-l1600"/>
          <p:cNvPicPr>
            <a:picLocks noChangeAspect="1"/>
          </p:cNvPicPr>
          <p:nvPr/>
        </p:nvPicPr>
        <p:blipFill>
          <a:blip r:embed="rId1"/>
          <a:stretch>
            <a:fillRect/>
          </a:stretch>
        </p:blipFill>
        <p:spPr>
          <a:xfrm>
            <a:off x="277495" y="365760"/>
            <a:ext cx="4599940" cy="4236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ctangles 166"/>
          <p:cNvSpPr/>
          <p:nvPr/>
        </p:nvSpPr>
        <p:spPr>
          <a:xfrm>
            <a:off x="5048280" y="476280"/>
            <a:ext cx="3619080" cy="9522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chemeClr val="dk1"/>
                </a:solidFill>
                <a:effectLst/>
                <a:uFillTx/>
                <a:latin typeface="Golos Text"/>
              </a:rPr>
              <a:t>Preparación de medios de instalación</a:t>
            </a:r>
            <a:endParaRPr lang="en-US" sz="2400" b="0" u="none" strike="noStrike">
              <a:solidFill>
                <a:schemeClr val="dk1"/>
              </a:solidFill>
              <a:effectLst/>
              <a:uFillTx/>
              <a:latin typeface="Golos Text"/>
            </a:endParaRPr>
          </a:p>
        </p:txBody>
      </p:sp>
      <p:sp>
        <p:nvSpPr>
          <p:cNvPr id="168" name="Rectangles 167"/>
          <p:cNvSpPr/>
          <p:nvPr/>
        </p:nvSpPr>
        <p:spPr>
          <a:xfrm>
            <a:off x="5003830" y="1347590"/>
            <a:ext cx="3619080" cy="27619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50000"/>
              </a:lnSpc>
              <a:tabLst>
                <a:tab pos="0" algn="l"/>
              </a:tabLst>
            </a:pPr>
            <a:r>
              <a:rPr lang="en-US" sz="1000" b="0" u="none" strike="noStrike">
                <a:solidFill>
                  <a:schemeClr val="dk1"/>
                </a:solidFill>
                <a:effectLst/>
                <a:uFillTx/>
                <a:latin typeface="Commissioner"/>
              </a:rPr>
              <a:t>Descarga la imagen ISO oficial de Ubuntu desde su web. Usa herramientas como Ventoy, </a:t>
            </a:r>
            <a:r>
              <a:rPr lang="en-US" sz="1000" b="0" i="1" u="none" strike="noStrike">
                <a:solidFill>
                  <a:schemeClr val="dk1"/>
                </a:solidFill>
                <a:effectLst/>
                <a:uFillTx/>
                <a:latin typeface="Commissioner"/>
              </a:rPr>
              <a:t>Rufus</a:t>
            </a:r>
            <a:r>
              <a:rPr lang="en-US" sz="1000" b="0" u="none" strike="noStrike">
                <a:solidFill>
                  <a:schemeClr val="dk1"/>
                </a:solidFill>
                <a:effectLst/>
                <a:uFillTx/>
                <a:latin typeface="Commissioner"/>
              </a:rPr>
              <a:t> o </a:t>
            </a:r>
            <a:r>
              <a:rPr lang="en-US" sz="1000" b="0" i="1" u="none" strike="noStrike">
                <a:solidFill>
                  <a:schemeClr val="dk1"/>
                </a:solidFill>
                <a:effectLst/>
                <a:uFillTx/>
                <a:latin typeface="Commissioner"/>
              </a:rPr>
              <a:t>Etcher</a:t>
            </a:r>
            <a:r>
              <a:rPr lang="en-US" sz="1000" b="0" u="none" strike="noStrike">
                <a:solidFill>
                  <a:schemeClr val="dk1"/>
                </a:solidFill>
                <a:effectLst/>
                <a:uFillTx/>
                <a:latin typeface="Commissioner"/>
              </a:rPr>
              <a:t> para crear un USB booteable. Verifica que el USB esté vacío y tenga suficiente espacio para evitar errores en la instalación.</a:t>
            </a:r>
            <a:endParaRPr lang="en-US" sz="1000" b="0" u="none" strike="noStrike">
              <a:solidFill>
                <a:srgbClr val="000000"/>
              </a:solidFill>
              <a:effectLst/>
              <a:uFillTx/>
              <a:latin typeface="OpenSymbol"/>
            </a:endParaRPr>
          </a:p>
        </p:txBody>
      </p:sp>
      <p:pic>
        <p:nvPicPr>
          <p:cNvPr id="2" name="Picture 1" descr="xjps2rfgyuqf1"/>
          <p:cNvPicPr>
            <a:picLocks noChangeAspect="1"/>
          </p:cNvPicPr>
          <p:nvPr/>
        </p:nvPicPr>
        <p:blipFill>
          <a:blip r:embed="rId1"/>
          <a:stretch>
            <a:fillRect/>
          </a:stretch>
        </p:blipFill>
        <p:spPr>
          <a:xfrm>
            <a:off x="467995" y="189865"/>
            <a:ext cx="4083685" cy="48609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5075555" y="577850"/>
            <a:ext cx="3206750" cy="673735"/>
          </a:xfrm>
          <a:prstGeom prst="rect">
            <a:avLst/>
          </a:prstGeom>
          <a:noFill/>
          <a:ln w="0">
            <a:noFill/>
          </a:ln>
        </p:spPr>
        <p:txBody>
          <a:bodyPr lIns="91440" tIns="91440" rIns="91440" bIns="91440" anchor="b">
            <a:normAutofit/>
          </a:bodyPr>
          <a:p>
            <a:pPr indent="0" algn="r">
              <a:lnSpc>
                <a:spcPct val="100000"/>
              </a:lnSpc>
              <a:buNone/>
              <a:tabLst>
                <a:tab pos="0" algn="l"/>
              </a:tabLst>
            </a:pPr>
            <a:r>
              <a:rPr lang="en-US" sz="2355" b="0" u="none" strike="noStrike">
                <a:solidFill>
                  <a:schemeClr val="dk1"/>
                </a:solidFill>
                <a:effectLst/>
                <a:uFillTx/>
                <a:latin typeface="Golos Text"/>
                <a:ea typeface="Golos Text"/>
              </a:rPr>
              <a:t>Requisitos</a:t>
            </a:r>
            <a:endParaRPr lang="en-US" sz="2355" b="0" u="none" strike="noStrike">
              <a:solidFill>
                <a:schemeClr val="dk1"/>
              </a:solidFill>
              <a:effectLst/>
              <a:uFillTx/>
              <a:latin typeface="Golos Text"/>
              <a:ea typeface="Golos Text"/>
            </a:endParaRPr>
          </a:p>
        </p:txBody>
      </p:sp>
      <p:sp>
        <p:nvSpPr>
          <p:cNvPr id="190" name="PlaceHolder 2"/>
          <p:cNvSpPr>
            <a:spLocks noGrp="1"/>
          </p:cNvSpPr>
          <p:nvPr>
            <p:ph type="subTitle"/>
          </p:nvPr>
        </p:nvSpPr>
        <p:spPr>
          <a:xfrm>
            <a:off x="5075555" y="1347470"/>
            <a:ext cx="3234690" cy="2292350"/>
          </a:xfrm>
          <a:prstGeom prst="rect">
            <a:avLst/>
          </a:prstGeom>
          <a:noFill/>
          <a:ln w="0">
            <a:noFill/>
          </a:ln>
        </p:spPr>
        <p:txBody>
          <a:bodyPr lIns="91440" tIns="91440" rIns="91440" bIns="91440" anchor="t">
            <a:noAutofit/>
          </a:bodyPr>
          <a:p>
            <a:pPr indent="0" algn="r">
              <a:lnSpc>
                <a:spcPct val="150000"/>
              </a:lnSpc>
              <a:buNone/>
              <a:tabLst>
                <a:tab pos="0" algn="l"/>
              </a:tabLst>
            </a:pPr>
            <a:r>
              <a:rPr lang="en-US" sz="1000" b="0" u="none" strike="noStrike">
                <a:solidFill>
                  <a:schemeClr val="dk1"/>
                </a:solidFill>
                <a:effectLst/>
                <a:uFillTx/>
                <a:latin typeface="Commissioner"/>
                <a:ea typeface="Commissioner"/>
              </a:rPr>
              <a:t>Los requisitos promedio para un entorno de escritorio Linux moderno (como</a:t>
            </a:r>
            <a:endParaRPr lang="en-US" sz="1000" b="0" u="none" strike="noStrike">
              <a:solidFill>
                <a:schemeClr val="dk1"/>
              </a:solidFill>
              <a:effectLst/>
              <a:uFillTx/>
              <a:latin typeface="Commissioner"/>
              <a:ea typeface="Commissioner"/>
            </a:endParaRPr>
          </a:p>
          <a:p>
            <a:pPr indent="0" algn="r">
              <a:lnSpc>
                <a:spcPct val="150000"/>
              </a:lnSpc>
              <a:buNone/>
              <a:tabLst>
                <a:tab pos="0" algn="l"/>
              </a:tabLst>
            </a:pPr>
            <a:r>
              <a:rPr lang="en-US" sz="1000" b="0" u="none" strike="noStrike">
                <a:solidFill>
                  <a:schemeClr val="dk1"/>
                </a:solidFill>
                <a:effectLst/>
                <a:uFillTx/>
                <a:latin typeface="Commissioner"/>
                <a:ea typeface="Commissioner"/>
              </a:rPr>
              <a:t>Ubuntu o Linux Mint) en 2025-2026 son: procesador de doble núcleo a 2 GHz (64 bits), 4 GB de RAM (recomendado 8 GB para fluidez), y al menos 20-30 GB de almacenamiento en disco. Para servidores o distros ligeras, 1-2 GB de RAM y 10 GB de espacio son suficientes. </a:t>
            </a:r>
            <a:endParaRPr lang="en-US" sz="1000" b="0" u="none" strike="noStrike">
              <a:solidFill>
                <a:schemeClr val="dk1"/>
              </a:solidFill>
              <a:effectLst/>
              <a:uFillTx/>
              <a:latin typeface="Commissioner"/>
              <a:ea typeface="Commissioner"/>
            </a:endParaRPr>
          </a:p>
        </p:txBody>
      </p:sp>
      <p:pic>
        <p:nvPicPr>
          <p:cNvPr id="3" name="Picture 2" descr="Screenshot-2024-12-24-092138"/>
          <p:cNvPicPr>
            <a:picLocks noChangeAspect="1"/>
          </p:cNvPicPr>
          <p:nvPr/>
        </p:nvPicPr>
        <p:blipFill>
          <a:blip r:embed="rId1"/>
          <a:stretch>
            <a:fillRect/>
          </a:stretch>
        </p:blipFill>
        <p:spPr>
          <a:xfrm>
            <a:off x="827405" y="627380"/>
            <a:ext cx="3507740" cy="41770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Rectangles 169"/>
          <p:cNvSpPr/>
          <p:nvPr/>
        </p:nvSpPr>
        <p:spPr>
          <a:xfrm>
            <a:off x="395605" y="483870"/>
            <a:ext cx="3925570" cy="95250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70000"/>
          </a:bodyPr>
          <a:p>
            <a:pPr defTabSz="914400">
              <a:lnSpc>
                <a:spcPct val="100000"/>
              </a:lnSpc>
              <a:tabLst>
                <a:tab pos="0" algn="l"/>
              </a:tabLst>
            </a:pPr>
            <a:r>
              <a:rPr lang="en-US" sz="3100" b="0" u="none" strike="noStrike">
                <a:solidFill>
                  <a:schemeClr val="dk1"/>
                </a:solidFill>
                <a:effectLst/>
                <a:uFillTx/>
                <a:latin typeface="Golos Text"/>
              </a:rPr>
              <a:t>Configuración del BIOS/UEFI para arranque</a:t>
            </a:r>
            <a:endParaRPr lang="en-US" sz="3100" b="0" u="none" strike="noStrike">
              <a:solidFill>
                <a:srgbClr val="000000"/>
              </a:solidFill>
              <a:effectLst/>
              <a:uFillTx/>
              <a:latin typeface="OpenSymbol"/>
            </a:endParaRPr>
          </a:p>
        </p:txBody>
      </p:sp>
      <p:sp>
        <p:nvSpPr>
          <p:cNvPr id="171" name="Rectangles 170"/>
          <p:cNvSpPr/>
          <p:nvPr/>
        </p:nvSpPr>
        <p:spPr>
          <a:xfrm>
            <a:off x="395605" y="1436370"/>
            <a:ext cx="3674745" cy="111633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0000"/>
          </a:bodyPr>
          <a:p>
            <a:pPr defTabSz="914400">
              <a:lnSpc>
                <a:spcPct val="150000"/>
              </a:lnSpc>
              <a:tabLst>
                <a:tab pos="0" algn="l"/>
              </a:tabLst>
            </a:pPr>
            <a:r>
              <a:rPr lang="en-US" sz="1200" b="0" u="none" strike="noStrike">
                <a:solidFill>
                  <a:schemeClr val="dk1"/>
                </a:solidFill>
                <a:effectLst/>
                <a:uFillTx/>
                <a:latin typeface="Commissioner"/>
              </a:rPr>
              <a:t>Accede al BIOS/UEFI presionando la tecla adecuada al arrancar (F2, Del, Esc). Cambia el orden de arranque para que el USB sea la prioridad. Guarda los cambios y reinicia para iniciar la instalación desde el USB.</a:t>
            </a:r>
            <a:endParaRPr lang="en-US" sz="1200" b="0" u="none" strike="noStrike">
              <a:solidFill>
                <a:srgbClr val="000000"/>
              </a:solidFill>
              <a:effectLst/>
              <a:uFillTx/>
              <a:latin typeface="OpenSymbol"/>
            </a:endParaRPr>
          </a:p>
        </p:txBody>
      </p:sp>
      <p:pic>
        <p:nvPicPr>
          <p:cNvPr id="2" name="Picture 1" descr="IMG-20260218-WA0038"/>
          <p:cNvPicPr>
            <a:picLocks noChangeAspect="1"/>
          </p:cNvPicPr>
          <p:nvPr/>
        </p:nvPicPr>
        <p:blipFill>
          <a:blip r:embed="rId1"/>
          <a:stretch>
            <a:fillRect/>
          </a:stretch>
        </p:blipFill>
        <p:spPr>
          <a:xfrm>
            <a:off x="4116070" y="249555"/>
            <a:ext cx="5027930" cy="44932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2"/>
          <p:cNvSpPr>
            <a:spLocks noGrp="1"/>
          </p:cNvSpPr>
          <p:nvPr>
            <p:ph type="title"/>
          </p:nvPr>
        </p:nvSpPr>
        <p:spPr>
          <a:xfrm>
            <a:off x="123190" y="267335"/>
            <a:ext cx="5099685" cy="347980"/>
          </a:xfrm>
          <a:prstGeom prst="rect">
            <a:avLst/>
          </a:prstGeom>
          <a:noFill/>
          <a:ln w="0">
            <a:noFill/>
          </a:ln>
        </p:spPr>
        <p:txBody>
          <a:bodyPr lIns="91440" tIns="91440" rIns="91440" bIns="91440" anchor="t">
            <a:normAutofit fontScale="90000"/>
          </a:bodyPr>
          <a:p>
            <a:pPr indent="0" algn="ctr">
              <a:lnSpc>
                <a:spcPct val="100000"/>
              </a:lnSpc>
              <a:buNone/>
              <a:tabLst>
                <a:tab pos="0" algn="l"/>
              </a:tabLst>
            </a:pPr>
            <a:r>
              <a:rPr lang="en-US" sz="1695" b="0" u="none" strike="noStrike">
                <a:solidFill>
                  <a:schemeClr val="dk1"/>
                </a:solidFill>
                <a:effectLst/>
                <a:uFillTx/>
                <a:latin typeface="Golos Text"/>
                <a:ea typeface="Golos Text"/>
              </a:rPr>
              <a:t>Configuración de BIOS y Prioridad de Arranque</a:t>
            </a:r>
            <a:endParaRPr lang="en-US" sz="1695" b="0" u="none" strike="noStrike">
              <a:solidFill>
                <a:schemeClr val="dk1"/>
              </a:solidFill>
              <a:effectLst/>
              <a:uFillTx/>
              <a:latin typeface="Golos Text"/>
              <a:ea typeface="Golos Text"/>
            </a:endParaRPr>
          </a:p>
        </p:txBody>
      </p:sp>
      <p:pic>
        <p:nvPicPr>
          <p:cNvPr id="4" name="Picture 3" descr="IMG-20260218-WA0039"/>
          <p:cNvPicPr>
            <a:picLocks noChangeAspect="1"/>
          </p:cNvPicPr>
          <p:nvPr/>
        </p:nvPicPr>
        <p:blipFill>
          <a:blip r:embed="rId1"/>
          <a:stretch>
            <a:fillRect/>
          </a:stretch>
        </p:blipFill>
        <p:spPr>
          <a:xfrm>
            <a:off x="683260" y="1203325"/>
            <a:ext cx="3978910" cy="3448685"/>
          </a:xfrm>
          <a:prstGeom prst="rect">
            <a:avLst/>
          </a:prstGeom>
        </p:spPr>
      </p:pic>
      <p:pic>
        <p:nvPicPr>
          <p:cNvPr id="6" name="Picture 5" descr="IMG-20260218-WA0023"/>
          <p:cNvPicPr>
            <a:picLocks noChangeAspect="1"/>
          </p:cNvPicPr>
          <p:nvPr/>
        </p:nvPicPr>
        <p:blipFill>
          <a:blip r:embed="rId2"/>
          <a:stretch>
            <a:fillRect/>
          </a:stretch>
        </p:blipFill>
        <p:spPr>
          <a:xfrm>
            <a:off x="4932045" y="1202690"/>
            <a:ext cx="4018280" cy="3449320"/>
          </a:xfrm>
          <a:prstGeom prst="rect">
            <a:avLst/>
          </a:prstGeom>
        </p:spPr>
      </p:pic>
      <p:sp>
        <p:nvSpPr>
          <p:cNvPr id="2" name="Text Box 1"/>
          <p:cNvSpPr txBox="1"/>
          <p:nvPr/>
        </p:nvSpPr>
        <p:spPr>
          <a:xfrm>
            <a:off x="611505" y="699770"/>
            <a:ext cx="8188325" cy="398780"/>
          </a:xfrm>
          <a:prstGeom prst="rect">
            <a:avLst/>
          </a:prstGeom>
          <a:noFill/>
        </p:spPr>
        <p:txBody>
          <a:bodyPr wrap="square" rtlCol="0" anchor="t">
            <a:spAutoFit/>
          </a:bodyPr>
          <a:p>
            <a:r>
              <a:rPr lang="en-US" sz="1000"/>
              <a:t>Se accede al modo avanzado de la BIOS para habilitar funciones del hardware y ajustar el orden de inicio, estableciendo la memoria USB Kingston como la primera opción para que la laptop pueda arrancar el instalador de Linux Mint.</a:t>
            </a:r>
            <a:endParaRPr lang="en-US" sz="10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p:nvPr>
        </p:nvSpPr>
        <p:spPr>
          <a:xfrm>
            <a:off x="395605" y="1419860"/>
            <a:ext cx="4184015" cy="1099185"/>
          </a:xfrm>
          <a:prstGeom prst="rect">
            <a:avLst/>
          </a:prstGeom>
          <a:noFill/>
          <a:ln w="0">
            <a:noFill/>
          </a:ln>
        </p:spPr>
        <p:txBody>
          <a:bodyPr lIns="91440" tIns="91440" rIns="91440" bIns="91440" anchor="t">
            <a:normAutofit fontScale="90000" lnSpcReduction="20000"/>
          </a:bodyPr>
          <a:p>
            <a:pPr indent="0">
              <a:lnSpc>
                <a:spcPct val="150000"/>
              </a:lnSpc>
              <a:buNone/>
              <a:tabLst>
                <a:tab pos="0" algn="l"/>
              </a:tabLst>
            </a:pPr>
            <a:r>
              <a:rPr lang="en-US" sz="1200" b="0" u="none" strike="noStrike">
                <a:solidFill>
                  <a:schemeClr val="dk1"/>
                </a:solidFill>
                <a:effectLst/>
                <a:uFillTx/>
                <a:latin typeface="Commissioner"/>
                <a:ea typeface="Commissioner"/>
              </a:rPr>
              <a:t>Selecciona idioma y elige </a:t>
            </a:r>
            <a:r>
              <a:rPr lang="en-US" sz="1200" b="0" i="1" u="none" strike="noStrike">
                <a:solidFill>
                  <a:schemeClr val="dk1"/>
                </a:solidFill>
                <a:effectLst/>
                <a:uFillTx/>
                <a:latin typeface="Commissioner"/>
                <a:ea typeface="Commissioner"/>
              </a:rPr>
              <a:t>Instalar Ubuntu</a:t>
            </a:r>
            <a:r>
              <a:rPr lang="en-US" sz="1200" b="0" u="none" strike="noStrike">
                <a:solidFill>
                  <a:schemeClr val="dk1"/>
                </a:solidFill>
                <a:effectLst/>
                <a:uFillTx/>
                <a:latin typeface="Commissioner"/>
                <a:ea typeface="Commissioner"/>
              </a:rPr>
              <a:t>. Configura zona horaria, teclado y tipo de instalación. Crea un usuario y contraseña. El sistema copiará archivos y terminará la instalación. Finalmente, reinicia para usar Ubuntu.</a:t>
            </a:r>
            <a:endParaRPr lang="fr-FR" sz="1200" b="0" u="none" strike="noStrike">
              <a:solidFill>
                <a:srgbClr val="000000"/>
              </a:solidFill>
              <a:effectLst/>
              <a:uFillTx/>
              <a:latin typeface="Arial"/>
            </a:endParaRPr>
          </a:p>
        </p:txBody>
      </p:sp>
      <p:sp>
        <p:nvSpPr>
          <p:cNvPr id="173" name="PlaceHolder 2"/>
          <p:cNvSpPr>
            <a:spLocks noGrp="1"/>
          </p:cNvSpPr>
          <p:nvPr>
            <p:ph type="title"/>
          </p:nvPr>
        </p:nvSpPr>
        <p:spPr>
          <a:xfrm>
            <a:off x="323850" y="483870"/>
            <a:ext cx="4047490" cy="552450"/>
          </a:xfrm>
          <a:prstGeom prst="rect">
            <a:avLst/>
          </a:prstGeom>
          <a:noFill/>
          <a:ln w="0">
            <a:noFill/>
          </a:ln>
        </p:spPr>
        <p:txBody>
          <a:bodyPr lIns="91440" tIns="91440" rIns="91440" bIns="91440" anchor="t">
            <a:noAutofit/>
          </a:bodyPr>
          <a:p>
            <a:pPr indent="0" algn="ctr">
              <a:lnSpc>
                <a:spcPct val="100000"/>
              </a:lnSpc>
              <a:buNone/>
              <a:tabLst>
                <a:tab pos="0" algn="l"/>
              </a:tabLst>
            </a:pPr>
            <a:r>
              <a:rPr lang="en-US" sz="2400" b="0" u="none" strike="noStrike">
                <a:solidFill>
                  <a:schemeClr val="dk1"/>
                </a:solidFill>
                <a:effectLst/>
                <a:uFillTx/>
                <a:latin typeface="Golos Text"/>
                <a:ea typeface="Golos Text"/>
              </a:rPr>
              <a:t>Proceso de instalación paso a paso</a:t>
            </a:r>
            <a:endParaRPr lang="en-US" sz="2400" b="0" u="none" strike="noStrike">
              <a:solidFill>
                <a:schemeClr val="dk1"/>
              </a:solidFill>
              <a:effectLst/>
              <a:uFillTx/>
              <a:latin typeface="Golos Text"/>
              <a:ea typeface="Golos Text"/>
            </a:endParaRPr>
          </a:p>
        </p:txBody>
      </p:sp>
      <p:pic>
        <p:nvPicPr>
          <p:cNvPr id="2" name="Picture 1" descr="cc_2666291_4709c9d9286b45338eff369b88c300eb__todos_somos_usuarios_de_linux"/>
          <p:cNvPicPr>
            <a:picLocks noChangeAspect="1"/>
          </p:cNvPicPr>
          <p:nvPr/>
        </p:nvPicPr>
        <p:blipFill>
          <a:blip r:embed="rId1"/>
          <a:stretch>
            <a:fillRect/>
          </a:stretch>
        </p:blipFill>
        <p:spPr>
          <a:xfrm>
            <a:off x="4523105" y="411480"/>
            <a:ext cx="4585335" cy="4146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Rectangles 180"/>
          <p:cNvSpPr/>
          <p:nvPr/>
        </p:nvSpPr>
        <p:spPr>
          <a:xfrm>
            <a:off x="476280" y="476280"/>
            <a:ext cx="3619080" cy="9522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665" b="0" u="none" strike="noStrike">
                <a:solidFill>
                  <a:schemeClr val="dk1"/>
                </a:solidFill>
                <a:effectLst/>
                <a:uFillTx/>
                <a:latin typeface="Golos Text"/>
              </a:rPr>
              <a:t>Personalización del entorno de usuario</a:t>
            </a:r>
            <a:endParaRPr lang="en-US" sz="2665" b="0" u="none" strike="noStrike">
              <a:solidFill>
                <a:schemeClr val="dk1"/>
              </a:solidFill>
              <a:effectLst/>
              <a:uFillTx/>
              <a:latin typeface="Golos Text"/>
            </a:endParaRPr>
          </a:p>
        </p:txBody>
      </p:sp>
      <p:sp>
        <p:nvSpPr>
          <p:cNvPr id="182" name="Rectangles 181"/>
          <p:cNvSpPr/>
          <p:nvPr/>
        </p:nvSpPr>
        <p:spPr>
          <a:xfrm>
            <a:off x="476250" y="1491615"/>
            <a:ext cx="3561080" cy="2761615"/>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50000"/>
              </a:lnSpc>
              <a:tabLst>
                <a:tab pos="0" algn="l"/>
              </a:tabLst>
            </a:pPr>
            <a:r>
              <a:rPr lang="en-US" sz="1000" b="0" u="none" strike="noStrike">
                <a:solidFill>
                  <a:srgbClr val="000000"/>
                </a:solidFill>
                <a:effectLst/>
                <a:uFillTx/>
                <a:latin typeface="OpenSymbol"/>
              </a:rPr>
              <a:t>La imagen muestra el menú de arranque. Se está iniciando el proceso para instalar o probar el sistema operativo Linux Mint 22.3, ejecutándolo desde una memoria USB antes de que cargue el sistema principal del equipo.</a:t>
            </a:r>
            <a:endParaRPr lang="en-US" sz="1000" b="0" u="none" strike="noStrike">
              <a:solidFill>
                <a:srgbClr val="000000"/>
              </a:solidFill>
              <a:effectLst/>
              <a:uFillTx/>
              <a:latin typeface="OpenSymbol"/>
            </a:endParaRPr>
          </a:p>
        </p:txBody>
      </p:sp>
      <p:pic>
        <p:nvPicPr>
          <p:cNvPr id="3" name="Picture 2" descr="IMG-20260218-WA0063"/>
          <p:cNvPicPr>
            <a:picLocks noChangeAspect="1"/>
          </p:cNvPicPr>
          <p:nvPr/>
        </p:nvPicPr>
        <p:blipFill>
          <a:blip r:embed="rId1"/>
          <a:stretch>
            <a:fillRect/>
          </a:stretch>
        </p:blipFill>
        <p:spPr>
          <a:xfrm>
            <a:off x="4031615" y="0"/>
            <a:ext cx="5099050" cy="48025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5099050" y="411480"/>
            <a:ext cx="3206750" cy="1200150"/>
          </a:xfrm>
          <a:prstGeom prst="rect">
            <a:avLst/>
          </a:prstGeom>
          <a:noFill/>
          <a:ln w="0">
            <a:noFill/>
          </a:ln>
        </p:spPr>
        <p:txBody>
          <a:bodyPr lIns="91440" tIns="91440" rIns="91440" bIns="91440" anchor="b">
            <a:normAutofit/>
          </a:bodyPr>
          <a:p>
            <a:pPr indent="0" algn="r">
              <a:lnSpc>
                <a:spcPct val="100000"/>
              </a:lnSpc>
              <a:buNone/>
              <a:tabLst>
                <a:tab pos="0" algn="l"/>
              </a:tabLst>
            </a:pPr>
            <a:r>
              <a:rPr lang="en-US" sz="2355" b="0" u="none" strike="noStrike">
                <a:solidFill>
                  <a:schemeClr val="dk1"/>
                </a:solidFill>
                <a:effectLst/>
                <a:uFillTx/>
                <a:latin typeface="Golos Text"/>
                <a:ea typeface="Golos Text"/>
              </a:rPr>
              <a:t>Entorno de Linux Mint</a:t>
            </a:r>
            <a:endParaRPr lang="en-US" sz="2355" b="0" u="none" strike="noStrike">
              <a:solidFill>
                <a:schemeClr val="dk1"/>
              </a:solidFill>
              <a:effectLst/>
              <a:uFillTx/>
              <a:latin typeface="Golos Text"/>
              <a:ea typeface="Golos Text"/>
            </a:endParaRPr>
          </a:p>
        </p:txBody>
      </p:sp>
      <p:sp>
        <p:nvSpPr>
          <p:cNvPr id="190" name="PlaceHolder 2"/>
          <p:cNvSpPr>
            <a:spLocks noGrp="1"/>
          </p:cNvSpPr>
          <p:nvPr>
            <p:ph type="subTitle"/>
          </p:nvPr>
        </p:nvSpPr>
        <p:spPr>
          <a:xfrm>
            <a:off x="5099050" y="1563370"/>
            <a:ext cx="3234690" cy="1695450"/>
          </a:xfrm>
          <a:prstGeom prst="rect">
            <a:avLst/>
          </a:prstGeom>
          <a:noFill/>
          <a:ln w="0">
            <a:noFill/>
          </a:ln>
        </p:spPr>
        <p:txBody>
          <a:bodyPr lIns="91440" tIns="91440" rIns="91440" bIns="91440" anchor="t">
            <a:normAutofit fontScale="80000"/>
          </a:bodyPr>
          <a:p>
            <a:pPr indent="0" algn="r">
              <a:lnSpc>
                <a:spcPct val="150000"/>
              </a:lnSpc>
              <a:buNone/>
              <a:tabLst>
                <a:tab pos="0" algn="l"/>
              </a:tabLst>
            </a:pPr>
            <a:r>
              <a:rPr lang="en-US" sz="1200" b="0" u="none" strike="noStrike">
                <a:solidFill>
                  <a:schemeClr val="dk1"/>
                </a:solidFill>
                <a:effectLst/>
                <a:uFillTx/>
                <a:latin typeface="Commissioner"/>
                <a:ea typeface="Commissioner"/>
              </a:rPr>
              <a:t>El sistema ha cargado exitosamente en modo de prueba. En este punto, el sistema operativo se ejecuta completamente desde la memoria RAM, permitiendo al usuario explorar la interfaz antes de realizar la instalación definitiva mediante el icono que aparece en el escritorio.</a:t>
            </a:r>
            <a:endParaRPr lang="en-US" sz="1200" b="0" u="none" strike="noStrike">
              <a:solidFill>
                <a:schemeClr val="dk1"/>
              </a:solidFill>
              <a:effectLst/>
              <a:uFillTx/>
              <a:latin typeface="Commissioner"/>
              <a:ea typeface="Commissioner"/>
            </a:endParaRPr>
          </a:p>
        </p:txBody>
      </p:sp>
      <p:pic>
        <p:nvPicPr>
          <p:cNvPr id="2" name="Picture 1" descr="IMG-20260218-WA0032"/>
          <p:cNvPicPr>
            <a:picLocks noChangeAspect="1"/>
          </p:cNvPicPr>
          <p:nvPr/>
        </p:nvPicPr>
        <p:blipFill>
          <a:blip r:embed="rId1"/>
          <a:stretch>
            <a:fillRect/>
          </a:stretch>
        </p:blipFill>
        <p:spPr>
          <a:xfrm>
            <a:off x="486410" y="627380"/>
            <a:ext cx="4612640" cy="43065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07315" y="915670"/>
            <a:ext cx="3215005" cy="800100"/>
          </a:xfrm>
          <a:prstGeom prst="rect">
            <a:avLst/>
          </a:prstGeom>
          <a:noFill/>
          <a:ln w="0">
            <a:noFill/>
          </a:ln>
        </p:spPr>
        <p:txBody>
          <a:bodyPr lIns="91440" tIns="91440" rIns="91440" bIns="91440" anchor="b">
            <a:noAutofit/>
          </a:bodyPr>
          <a:p>
            <a:pPr indent="0">
              <a:lnSpc>
                <a:spcPct val="100000"/>
              </a:lnSpc>
              <a:buNone/>
              <a:tabLst>
                <a:tab pos="0" algn="l"/>
              </a:tabLst>
            </a:pPr>
            <a:r>
              <a:rPr lang="en-US" sz="2400" b="0" u="none" strike="noStrike">
                <a:solidFill>
                  <a:schemeClr val="dk1"/>
                </a:solidFill>
                <a:effectLst/>
                <a:uFillTx/>
                <a:latin typeface="Golos Text"/>
                <a:ea typeface="Golos Text"/>
              </a:rPr>
              <a:t>Configuración inicial del instalador</a:t>
            </a:r>
            <a:endParaRPr lang="en-US" sz="2400" b="0" u="none" strike="noStrike">
              <a:solidFill>
                <a:schemeClr val="dk1"/>
              </a:solidFill>
              <a:effectLst/>
              <a:uFillTx/>
              <a:latin typeface="Golos Text"/>
              <a:ea typeface="Golos Text"/>
            </a:endParaRPr>
          </a:p>
        </p:txBody>
      </p:sp>
      <p:sp>
        <p:nvSpPr>
          <p:cNvPr id="193" name="PlaceHolder 2"/>
          <p:cNvSpPr>
            <a:spLocks noGrp="1"/>
          </p:cNvSpPr>
          <p:nvPr>
            <p:ph type="subTitle"/>
          </p:nvPr>
        </p:nvSpPr>
        <p:spPr>
          <a:xfrm>
            <a:off x="107315" y="1715770"/>
            <a:ext cx="3181985" cy="1847215"/>
          </a:xfrm>
          <a:prstGeom prst="rect">
            <a:avLst/>
          </a:prstGeom>
          <a:noFill/>
          <a:ln w="0">
            <a:noFill/>
          </a:ln>
        </p:spPr>
        <p:txBody>
          <a:bodyPr lIns="91440" tIns="91440" rIns="91440" bIns="91440" anchor="t">
            <a:normAutofit/>
          </a:bodyPr>
          <a:p>
            <a:pPr indent="0">
              <a:lnSpc>
                <a:spcPct val="150000"/>
              </a:lnSpc>
              <a:buNone/>
              <a:tabLst>
                <a:tab pos="0" algn="l"/>
              </a:tabLst>
            </a:pPr>
            <a:r>
              <a:rPr lang="en-US" sz="1000" b="0" u="none" strike="noStrike">
                <a:solidFill>
                  <a:schemeClr val="dk1"/>
                </a:solidFill>
                <a:effectLst/>
                <a:uFillTx/>
                <a:latin typeface="Commissioner"/>
                <a:ea typeface="Commissioner"/>
              </a:rPr>
              <a:t>Se ha ejecutado el asistente de instalación. La imagen muestra la pantalla de bienvenida, donde el usuario comienza a configurar los parámetros básicos del sistema, como el idioma y la región, antes de proceder con el particionado del disco y la copia de archivos.</a:t>
            </a:r>
            <a:endParaRPr lang="en-US" sz="1000" b="0" u="none" strike="noStrike">
              <a:solidFill>
                <a:schemeClr val="dk1"/>
              </a:solidFill>
              <a:effectLst/>
              <a:uFillTx/>
              <a:latin typeface="Commissioner"/>
              <a:ea typeface="Commissioner"/>
            </a:endParaRPr>
          </a:p>
        </p:txBody>
      </p:sp>
      <p:pic>
        <p:nvPicPr>
          <p:cNvPr id="3" name="Picture 2" descr="IMG-20260218-WA0028"/>
          <p:cNvPicPr>
            <a:picLocks noChangeAspect="1"/>
          </p:cNvPicPr>
          <p:nvPr/>
        </p:nvPicPr>
        <p:blipFill>
          <a:blip r:embed="rId1"/>
          <a:stretch>
            <a:fillRect/>
          </a:stretch>
        </p:blipFill>
        <p:spPr>
          <a:xfrm>
            <a:off x="3322955" y="51435"/>
            <a:ext cx="5004435" cy="44303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5187950" y="555625"/>
            <a:ext cx="3218180" cy="528955"/>
          </a:xfrm>
          <a:prstGeom prst="rect">
            <a:avLst/>
          </a:prstGeom>
          <a:noFill/>
          <a:ln w="0">
            <a:noFill/>
          </a:ln>
        </p:spPr>
        <p:txBody>
          <a:bodyPr lIns="91440" tIns="91440" rIns="91440" bIns="91440" anchor="b">
            <a:normAutofit fontScale="90000"/>
          </a:bodyPr>
          <a:p>
            <a:pPr indent="0" algn="r">
              <a:lnSpc>
                <a:spcPct val="100000"/>
              </a:lnSpc>
              <a:buNone/>
              <a:tabLst>
                <a:tab pos="0" algn="l"/>
              </a:tabLst>
            </a:pPr>
            <a:r>
              <a:rPr lang="en-US" sz="2400" b="0" u="none" strike="noStrike">
                <a:solidFill>
                  <a:schemeClr val="dk1"/>
                </a:solidFill>
                <a:effectLst/>
                <a:uFillTx/>
                <a:latin typeface="Golos Text"/>
                <a:ea typeface="Golos Text"/>
              </a:rPr>
              <a:t>Selección de disposición del teclado</a:t>
            </a:r>
            <a:endParaRPr lang="en-US" sz="2400" b="0" u="none" strike="noStrike">
              <a:solidFill>
                <a:schemeClr val="dk1"/>
              </a:solidFill>
              <a:effectLst/>
              <a:uFillTx/>
              <a:latin typeface="Golos Text"/>
              <a:ea typeface="Golos Text"/>
            </a:endParaRPr>
          </a:p>
        </p:txBody>
      </p:sp>
      <p:sp>
        <p:nvSpPr>
          <p:cNvPr id="205" name="PlaceHolder 2"/>
          <p:cNvSpPr>
            <a:spLocks noGrp="1"/>
          </p:cNvSpPr>
          <p:nvPr>
            <p:ph type="subTitle"/>
          </p:nvPr>
        </p:nvSpPr>
        <p:spPr>
          <a:xfrm>
            <a:off x="5219700" y="1059815"/>
            <a:ext cx="3155315" cy="2243455"/>
          </a:xfrm>
          <a:prstGeom prst="rect">
            <a:avLst/>
          </a:prstGeom>
          <a:noFill/>
          <a:ln w="0">
            <a:noFill/>
          </a:ln>
        </p:spPr>
        <p:txBody>
          <a:bodyPr lIns="91440" tIns="91440" rIns="91440" bIns="91440" anchor="t">
            <a:noAutofit/>
          </a:bodyPr>
          <a:p>
            <a:pPr indent="0" algn="r">
              <a:lnSpc>
                <a:spcPct val="150000"/>
              </a:lnSpc>
              <a:buNone/>
              <a:tabLst>
                <a:tab pos="0" algn="l"/>
              </a:tabLst>
            </a:pPr>
            <a:r>
              <a:rPr lang="en-US" sz="1000" b="0" u="none" strike="noStrike">
                <a:solidFill>
                  <a:schemeClr val="dk1"/>
                </a:solidFill>
                <a:effectLst/>
                <a:uFillTx/>
                <a:latin typeface="Commissioner"/>
                <a:ea typeface="Commissioner"/>
              </a:rPr>
              <a:t>En esta etapa, el usuario define la configuración del teclado. Es un paso crucial para asegurar que caracteres especiales (como la "ñ" o tildes) funcionen correctamente según el hardware físico de la laptop antes de copiar los archivos del sistema..</a:t>
            </a:r>
            <a:endParaRPr lang="en-US" sz="1000" b="0" u="none" strike="noStrike">
              <a:solidFill>
                <a:schemeClr val="dk1"/>
              </a:solidFill>
              <a:effectLst/>
              <a:uFillTx/>
              <a:latin typeface="Commissioner"/>
              <a:ea typeface="Commissioner"/>
            </a:endParaRPr>
          </a:p>
        </p:txBody>
      </p:sp>
      <p:pic>
        <p:nvPicPr>
          <p:cNvPr id="2" name="Picture 1" descr="IMG-20260218-WA0024"/>
          <p:cNvPicPr>
            <a:picLocks noChangeAspect="1"/>
          </p:cNvPicPr>
          <p:nvPr/>
        </p:nvPicPr>
        <p:blipFill>
          <a:blip r:embed="rId1"/>
          <a:stretch>
            <a:fillRect/>
          </a:stretch>
        </p:blipFill>
        <p:spPr>
          <a:xfrm>
            <a:off x="271780" y="627380"/>
            <a:ext cx="4857750" cy="4269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Rectangles 180"/>
          <p:cNvSpPr/>
          <p:nvPr/>
        </p:nvSpPr>
        <p:spPr>
          <a:xfrm>
            <a:off x="476250" y="476250"/>
            <a:ext cx="2713355" cy="9525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chemeClr val="dk1"/>
                </a:solidFill>
                <a:effectLst/>
                <a:uFillTx/>
                <a:latin typeface="Golos Text"/>
              </a:rPr>
              <a:t>Conexión a la red inalámbrica</a:t>
            </a:r>
            <a:endParaRPr lang="en-US" sz="2400" b="0" u="none" strike="noStrike">
              <a:solidFill>
                <a:schemeClr val="dk1"/>
              </a:solidFill>
              <a:effectLst/>
              <a:uFillTx/>
              <a:latin typeface="Golos Text"/>
            </a:endParaRPr>
          </a:p>
        </p:txBody>
      </p:sp>
      <p:sp>
        <p:nvSpPr>
          <p:cNvPr id="182" name="Rectangles 181"/>
          <p:cNvSpPr/>
          <p:nvPr/>
        </p:nvSpPr>
        <p:spPr>
          <a:xfrm>
            <a:off x="476250" y="1347470"/>
            <a:ext cx="3158490" cy="2761615"/>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50000"/>
              </a:lnSpc>
              <a:tabLst>
                <a:tab pos="0" algn="l"/>
              </a:tabLst>
            </a:pPr>
            <a:r>
              <a:rPr lang="en-US" sz="1000" b="0" u="none" strike="noStrike">
                <a:solidFill>
                  <a:schemeClr val="dk1"/>
                </a:solidFill>
                <a:effectLst/>
                <a:uFillTx/>
                <a:latin typeface="Commissioner"/>
              </a:rPr>
              <a:t>En este paso, el instalador detecta las redes Wi-Fi disponibles. Conectarse a internet en este punto permite al sistema descargar actualizaciones de seguridad y controladores de terceros (como códecs de video o drivers de Wi-Fi) mientras se realiza la instalación.</a:t>
            </a:r>
            <a:endParaRPr lang="en-US" sz="1000" b="0" u="none" strike="noStrike">
              <a:solidFill>
                <a:schemeClr val="dk1"/>
              </a:solidFill>
              <a:effectLst/>
              <a:uFillTx/>
              <a:latin typeface="Commissioner"/>
            </a:endParaRPr>
          </a:p>
        </p:txBody>
      </p:sp>
      <p:pic>
        <p:nvPicPr>
          <p:cNvPr id="2" name="Picture 1" descr="IMG-20260218-WA0029"/>
          <p:cNvPicPr>
            <a:picLocks noChangeAspect="1"/>
          </p:cNvPicPr>
          <p:nvPr/>
        </p:nvPicPr>
        <p:blipFill>
          <a:blip r:embed="rId1"/>
          <a:stretch>
            <a:fillRect/>
          </a:stretch>
        </p:blipFill>
        <p:spPr>
          <a:xfrm>
            <a:off x="3634740" y="141605"/>
            <a:ext cx="5394960" cy="4657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5099050" y="411480"/>
            <a:ext cx="3206750" cy="1200150"/>
          </a:xfrm>
          <a:prstGeom prst="rect">
            <a:avLst/>
          </a:prstGeom>
          <a:noFill/>
          <a:ln w="0">
            <a:noFill/>
          </a:ln>
        </p:spPr>
        <p:txBody>
          <a:bodyPr lIns="91440" tIns="91440" rIns="91440" bIns="91440" anchor="b">
            <a:normAutofit/>
          </a:bodyPr>
          <a:p>
            <a:pPr indent="0" algn="r">
              <a:lnSpc>
                <a:spcPct val="100000"/>
              </a:lnSpc>
              <a:buNone/>
              <a:tabLst>
                <a:tab pos="0" algn="l"/>
              </a:tabLst>
            </a:pPr>
            <a:r>
              <a:rPr lang="en-US" sz="2355" b="0" u="none" strike="noStrike">
                <a:solidFill>
                  <a:schemeClr val="dk1"/>
                </a:solidFill>
                <a:effectLst/>
                <a:uFillTx/>
                <a:latin typeface="Golos Text"/>
                <a:ea typeface="Golos Text"/>
              </a:rPr>
              <a:t>Instalación de códecs multimedia</a:t>
            </a:r>
            <a:endParaRPr lang="en-US" sz="2355" b="0" u="none" strike="noStrike">
              <a:solidFill>
                <a:schemeClr val="dk1"/>
              </a:solidFill>
              <a:effectLst/>
              <a:uFillTx/>
              <a:latin typeface="Golos Text"/>
              <a:ea typeface="Golos Text"/>
            </a:endParaRPr>
          </a:p>
        </p:txBody>
      </p:sp>
      <p:sp>
        <p:nvSpPr>
          <p:cNvPr id="190" name="PlaceHolder 2"/>
          <p:cNvSpPr>
            <a:spLocks noGrp="1"/>
          </p:cNvSpPr>
          <p:nvPr>
            <p:ph type="subTitle"/>
          </p:nvPr>
        </p:nvSpPr>
        <p:spPr>
          <a:xfrm>
            <a:off x="5099050" y="1563370"/>
            <a:ext cx="3234690" cy="1695450"/>
          </a:xfrm>
          <a:prstGeom prst="rect">
            <a:avLst/>
          </a:prstGeom>
          <a:noFill/>
          <a:ln w="0">
            <a:noFill/>
          </a:ln>
        </p:spPr>
        <p:txBody>
          <a:bodyPr lIns="91440" tIns="91440" rIns="91440" bIns="91440" anchor="t">
            <a:normAutofit/>
          </a:bodyPr>
          <a:p>
            <a:pPr indent="0" algn="r">
              <a:lnSpc>
                <a:spcPct val="150000"/>
              </a:lnSpc>
              <a:buNone/>
              <a:tabLst>
                <a:tab pos="0" algn="l"/>
              </a:tabLst>
            </a:pPr>
            <a:r>
              <a:rPr lang="en-US" sz="1000" b="0" u="none" strike="noStrike">
                <a:solidFill>
                  <a:schemeClr val="dk1"/>
                </a:solidFill>
                <a:effectLst/>
                <a:uFillTx/>
                <a:latin typeface="Commissioner"/>
                <a:ea typeface="Commissioner"/>
              </a:rPr>
              <a:t>En esta pantalla, el instalador ofrece la opción de incluir software de terceros. Estos códecs son necesarios para que la computadora pueda reproducir formatos de video y audio comunes (como MP4 o MP3) y para que ciertos sitios web se visualicen correctamente desde el primer momento.</a:t>
            </a:r>
            <a:endParaRPr lang="en-US" sz="1000" b="0" u="none" strike="noStrike">
              <a:solidFill>
                <a:schemeClr val="dk1"/>
              </a:solidFill>
              <a:effectLst/>
              <a:uFillTx/>
              <a:latin typeface="Commissioner"/>
              <a:ea typeface="Commissioner"/>
            </a:endParaRPr>
          </a:p>
        </p:txBody>
      </p:sp>
      <p:pic>
        <p:nvPicPr>
          <p:cNvPr id="3" name="Picture 2" descr="IMG-20260218-WA0033"/>
          <p:cNvPicPr>
            <a:picLocks noChangeAspect="1"/>
          </p:cNvPicPr>
          <p:nvPr/>
        </p:nvPicPr>
        <p:blipFill>
          <a:blip r:embed="rId1"/>
          <a:stretch>
            <a:fillRect/>
          </a:stretch>
        </p:blipFill>
        <p:spPr>
          <a:xfrm>
            <a:off x="190500" y="627380"/>
            <a:ext cx="4908550" cy="4268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07315" y="915670"/>
            <a:ext cx="3215005" cy="800100"/>
          </a:xfrm>
          <a:prstGeom prst="rect">
            <a:avLst/>
          </a:prstGeom>
          <a:noFill/>
          <a:ln w="0">
            <a:noFill/>
          </a:ln>
        </p:spPr>
        <p:txBody>
          <a:bodyPr lIns="91440" tIns="91440" rIns="91440" bIns="91440" anchor="b">
            <a:noAutofit/>
          </a:bodyPr>
          <a:p>
            <a:pPr indent="0">
              <a:lnSpc>
                <a:spcPct val="100000"/>
              </a:lnSpc>
              <a:buNone/>
              <a:tabLst>
                <a:tab pos="0" algn="l"/>
              </a:tabLst>
            </a:pPr>
            <a:r>
              <a:rPr lang="en-US" sz="2400" b="0" u="none" strike="noStrike">
                <a:solidFill>
                  <a:schemeClr val="dk1"/>
                </a:solidFill>
                <a:effectLst/>
                <a:uFillTx/>
                <a:latin typeface="Golos Text"/>
                <a:ea typeface="Golos Text"/>
              </a:rPr>
              <a:t>Definición del tipo de instalación</a:t>
            </a:r>
            <a:endParaRPr lang="en-US" sz="2400" b="0" u="none" strike="noStrike">
              <a:solidFill>
                <a:schemeClr val="dk1"/>
              </a:solidFill>
              <a:effectLst/>
              <a:uFillTx/>
              <a:latin typeface="Golos Text"/>
              <a:ea typeface="Golos Text"/>
            </a:endParaRPr>
          </a:p>
        </p:txBody>
      </p:sp>
      <p:sp>
        <p:nvSpPr>
          <p:cNvPr id="193" name="PlaceHolder 2"/>
          <p:cNvSpPr>
            <a:spLocks noGrp="1"/>
          </p:cNvSpPr>
          <p:nvPr>
            <p:ph type="subTitle"/>
          </p:nvPr>
        </p:nvSpPr>
        <p:spPr>
          <a:xfrm>
            <a:off x="107315" y="1715770"/>
            <a:ext cx="3181985" cy="1847215"/>
          </a:xfrm>
          <a:prstGeom prst="rect">
            <a:avLst/>
          </a:prstGeom>
          <a:noFill/>
          <a:ln w="0">
            <a:noFill/>
          </a:ln>
        </p:spPr>
        <p:txBody>
          <a:bodyPr lIns="91440" tIns="91440" rIns="91440" bIns="91440" anchor="t">
            <a:normAutofit/>
          </a:bodyPr>
          <a:p>
            <a:pPr indent="0">
              <a:lnSpc>
                <a:spcPct val="150000"/>
              </a:lnSpc>
              <a:buNone/>
              <a:tabLst>
                <a:tab pos="0" algn="l"/>
              </a:tabLst>
            </a:pPr>
            <a:r>
              <a:rPr lang="en-US" sz="1000" b="0" u="none" strike="noStrike">
                <a:solidFill>
                  <a:schemeClr val="dk1"/>
                </a:solidFill>
                <a:effectLst/>
                <a:uFillTx/>
                <a:latin typeface="Commissioner"/>
                <a:ea typeface="Commissioner"/>
              </a:rPr>
              <a:t>En esta fase crítica, se decide cómo se organizará el disco duro. La imagen muestra la opción de instalar Linux Mint junto a Windows, lo que permite crear un sistema de "arranque dual" (Dual Boot) para conservar ambos sistemas operativos y todos los archivos previos del usuario.</a:t>
            </a:r>
            <a:endParaRPr lang="en-US" sz="1000" b="0" u="none" strike="noStrike">
              <a:solidFill>
                <a:schemeClr val="dk1"/>
              </a:solidFill>
              <a:effectLst/>
              <a:uFillTx/>
              <a:latin typeface="Commissioner"/>
              <a:ea typeface="Commissioner"/>
            </a:endParaRPr>
          </a:p>
        </p:txBody>
      </p:sp>
      <p:pic>
        <p:nvPicPr>
          <p:cNvPr id="2" name="Picture 1" descr="IMG-20260218-WA0060"/>
          <p:cNvPicPr>
            <a:picLocks noChangeAspect="1"/>
          </p:cNvPicPr>
          <p:nvPr/>
        </p:nvPicPr>
        <p:blipFill>
          <a:blip r:embed="rId1"/>
          <a:stretch>
            <a:fillRect/>
          </a:stretch>
        </p:blipFill>
        <p:spPr>
          <a:xfrm>
            <a:off x="3285490" y="158115"/>
            <a:ext cx="4909185" cy="43281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5099050" y="411480"/>
            <a:ext cx="3206750" cy="1200150"/>
          </a:xfrm>
          <a:prstGeom prst="rect">
            <a:avLst/>
          </a:prstGeom>
          <a:noFill/>
          <a:ln w="0">
            <a:noFill/>
          </a:ln>
        </p:spPr>
        <p:txBody>
          <a:bodyPr lIns="91440" tIns="91440" rIns="91440" bIns="91440" anchor="b">
            <a:normAutofit/>
          </a:bodyPr>
          <a:p>
            <a:pPr indent="0" algn="r">
              <a:lnSpc>
                <a:spcPct val="100000"/>
              </a:lnSpc>
              <a:buNone/>
              <a:tabLst>
                <a:tab pos="0" algn="l"/>
              </a:tabLst>
            </a:pPr>
            <a:r>
              <a:rPr lang="en-US" sz="2355" b="0" u="none" strike="noStrike">
                <a:solidFill>
                  <a:schemeClr val="dk1"/>
                </a:solidFill>
                <a:effectLst/>
                <a:uFillTx/>
                <a:latin typeface="Golos Text"/>
                <a:ea typeface="Golos Text"/>
              </a:rPr>
              <a:t>Configuración de la ubicación geográfica</a:t>
            </a:r>
            <a:endParaRPr lang="en-US" sz="2355" b="0" u="none" strike="noStrike">
              <a:solidFill>
                <a:schemeClr val="dk1"/>
              </a:solidFill>
              <a:effectLst/>
              <a:uFillTx/>
              <a:latin typeface="Golos Text"/>
              <a:ea typeface="Golos Text"/>
            </a:endParaRPr>
          </a:p>
        </p:txBody>
      </p:sp>
      <p:sp>
        <p:nvSpPr>
          <p:cNvPr id="190" name="PlaceHolder 2"/>
          <p:cNvSpPr>
            <a:spLocks noGrp="1"/>
          </p:cNvSpPr>
          <p:nvPr>
            <p:ph type="subTitle"/>
          </p:nvPr>
        </p:nvSpPr>
        <p:spPr>
          <a:xfrm>
            <a:off x="5099050" y="1563370"/>
            <a:ext cx="3234690" cy="1695450"/>
          </a:xfrm>
          <a:prstGeom prst="rect">
            <a:avLst/>
          </a:prstGeom>
          <a:noFill/>
          <a:ln w="0">
            <a:noFill/>
          </a:ln>
        </p:spPr>
        <p:txBody>
          <a:bodyPr lIns="91440" tIns="91440" rIns="91440" bIns="91440" anchor="t">
            <a:normAutofit/>
          </a:bodyPr>
          <a:p>
            <a:pPr indent="0" algn="r">
              <a:lnSpc>
                <a:spcPct val="150000"/>
              </a:lnSpc>
              <a:buNone/>
              <a:tabLst>
                <a:tab pos="0" algn="l"/>
              </a:tabLst>
            </a:pPr>
            <a:r>
              <a:rPr lang="en-US" sz="1000" b="0" u="none" strike="noStrike">
                <a:solidFill>
                  <a:schemeClr val="dk1"/>
                </a:solidFill>
                <a:effectLst/>
                <a:uFillTx/>
                <a:latin typeface="Commissioner"/>
                <a:ea typeface="Commissioner"/>
              </a:rPr>
              <a:t>En esta pantalla, el usuario selecciona su zona horaria interactuando con un mapa mundial. Esta configuración es necesaria para que el sistema ajuste automáticamente el reloj, el calendario y los servidores de actualización más cercanos a la ubicación del equipo.</a:t>
            </a:r>
            <a:endParaRPr lang="en-US" sz="1000" b="0" u="none" strike="noStrike">
              <a:solidFill>
                <a:schemeClr val="dk1"/>
              </a:solidFill>
              <a:effectLst/>
              <a:uFillTx/>
              <a:latin typeface="Commissioner"/>
              <a:ea typeface="Commissioner"/>
            </a:endParaRPr>
          </a:p>
        </p:txBody>
      </p:sp>
      <p:pic>
        <p:nvPicPr>
          <p:cNvPr id="3" name="Picture 2" descr="IMG-20260218-WA0036"/>
          <p:cNvPicPr>
            <a:picLocks noChangeAspect="1"/>
          </p:cNvPicPr>
          <p:nvPr/>
        </p:nvPicPr>
        <p:blipFill>
          <a:blip r:embed="rId1"/>
          <a:stretch>
            <a:fillRect/>
          </a:stretch>
        </p:blipFill>
        <p:spPr>
          <a:xfrm>
            <a:off x="334645" y="627380"/>
            <a:ext cx="4836795" cy="41300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07315" y="915670"/>
            <a:ext cx="3215005" cy="800100"/>
          </a:xfrm>
          <a:prstGeom prst="rect">
            <a:avLst/>
          </a:prstGeom>
          <a:noFill/>
          <a:ln w="0">
            <a:noFill/>
          </a:ln>
        </p:spPr>
        <p:txBody>
          <a:bodyPr lIns="91440" tIns="91440" rIns="91440" bIns="91440" anchor="b">
            <a:noAutofit/>
          </a:bodyPr>
          <a:p>
            <a:pPr indent="0">
              <a:lnSpc>
                <a:spcPct val="100000"/>
              </a:lnSpc>
              <a:buNone/>
              <a:tabLst>
                <a:tab pos="0" algn="l"/>
              </a:tabLst>
            </a:pPr>
            <a:r>
              <a:rPr lang="en-US" sz="2400" b="0" u="none" strike="noStrike">
                <a:solidFill>
                  <a:schemeClr val="dk1"/>
                </a:solidFill>
                <a:effectLst/>
                <a:uFillTx/>
                <a:latin typeface="Golos Text"/>
                <a:ea typeface="Golos Text"/>
              </a:rPr>
              <a:t>Creación de la cuenta de usuario</a:t>
            </a:r>
            <a:endParaRPr lang="en-US" sz="2400" b="0" u="none" strike="noStrike">
              <a:solidFill>
                <a:schemeClr val="dk1"/>
              </a:solidFill>
              <a:effectLst/>
              <a:uFillTx/>
              <a:latin typeface="Golos Text"/>
              <a:ea typeface="Golos Text"/>
            </a:endParaRPr>
          </a:p>
        </p:txBody>
      </p:sp>
      <p:sp>
        <p:nvSpPr>
          <p:cNvPr id="193" name="PlaceHolder 2"/>
          <p:cNvSpPr>
            <a:spLocks noGrp="1"/>
          </p:cNvSpPr>
          <p:nvPr>
            <p:ph type="subTitle"/>
          </p:nvPr>
        </p:nvSpPr>
        <p:spPr>
          <a:xfrm>
            <a:off x="107315" y="1715770"/>
            <a:ext cx="3181985" cy="1847215"/>
          </a:xfrm>
          <a:prstGeom prst="rect">
            <a:avLst/>
          </a:prstGeom>
          <a:noFill/>
          <a:ln w="0">
            <a:noFill/>
          </a:ln>
        </p:spPr>
        <p:txBody>
          <a:bodyPr lIns="91440" tIns="91440" rIns="91440" bIns="91440" anchor="t">
            <a:noAutofit/>
          </a:bodyPr>
          <a:p>
            <a:pPr indent="0">
              <a:lnSpc>
                <a:spcPct val="150000"/>
              </a:lnSpc>
              <a:buNone/>
              <a:tabLst>
                <a:tab pos="0" algn="l"/>
              </a:tabLst>
            </a:pPr>
            <a:r>
              <a:rPr lang="en-US" sz="1000" b="0" u="none" strike="noStrike">
                <a:solidFill>
                  <a:schemeClr val="dk1"/>
                </a:solidFill>
                <a:effectLst/>
                <a:uFillTx/>
                <a:latin typeface="Commissioner"/>
                <a:ea typeface="Commissioner"/>
              </a:rPr>
              <a:t>En este último paso de configuración, se personaliza el equipo. El usuario define su nombre, el nombre de la computadora y crea una contraseña de administrador. Esta información es esencial para la seguridad del sistema y para gestionar los permisos de acceso una vez finalizada la instalación.</a:t>
            </a:r>
            <a:endParaRPr lang="en-US" sz="1000" b="0" u="none" strike="noStrike">
              <a:solidFill>
                <a:schemeClr val="dk1"/>
              </a:solidFill>
              <a:effectLst/>
              <a:uFillTx/>
              <a:latin typeface="Commissioner"/>
              <a:ea typeface="Commissioner"/>
            </a:endParaRPr>
          </a:p>
        </p:txBody>
      </p:sp>
      <p:pic>
        <p:nvPicPr>
          <p:cNvPr id="2" name="Picture 1" descr="IMG-20260218-WA0042"/>
          <p:cNvPicPr>
            <a:picLocks noChangeAspect="1"/>
          </p:cNvPicPr>
          <p:nvPr/>
        </p:nvPicPr>
        <p:blipFill>
          <a:blip r:embed="rId1"/>
          <a:stretch>
            <a:fillRect/>
          </a:stretch>
        </p:blipFill>
        <p:spPr>
          <a:xfrm>
            <a:off x="3335020" y="103505"/>
            <a:ext cx="4932045" cy="4358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37465" y="776605"/>
            <a:ext cx="3390900" cy="883920"/>
          </a:xfrm>
          <a:prstGeom prst="rect">
            <a:avLst/>
          </a:prstGeom>
          <a:noFill/>
          <a:ln w="0">
            <a:noFill/>
          </a:ln>
        </p:spPr>
        <p:txBody>
          <a:bodyPr lIns="91440" tIns="91440" rIns="91440" bIns="91440" anchor="b">
            <a:normAutofit fontScale="90000"/>
          </a:bodyPr>
          <a:p>
            <a:pPr indent="0">
              <a:lnSpc>
                <a:spcPct val="100000"/>
              </a:lnSpc>
              <a:buNone/>
              <a:tabLst>
                <a:tab pos="0" algn="l"/>
              </a:tabLst>
            </a:pPr>
            <a:r>
              <a:rPr lang="en-US" sz="2445" b="0" u="none" strike="noStrike">
                <a:solidFill>
                  <a:schemeClr val="dk1"/>
                </a:solidFill>
                <a:effectLst/>
                <a:uFillTx/>
                <a:latin typeface="Golos Text"/>
                <a:ea typeface="Golos Text"/>
              </a:rPr>
              <a:t>Progreso de instalación y presentación del sistema</a:t>
            </a:r>
            <a:endParaRPr lang="en-US" sz="2445" b="0" u="none" strike="noStrike">
              <a:solidFill>
                <a:schemeClr val="dk1"/>
              </a:solidFill>
              <a:effectLst/>
              <a:uFillTx/>
              <a:latin typeface="Golos Text"/>
              <a:ea typeface="Golos Text"/>
            </a:endParaRPr>
          </a:p>
        </p:txBody>
      </p:sp>
      <p:sp>
        <p:nvSpPr>
          <p:cNvPr id="178" name="PlaceHolder 2"/>
          <p:cNvSpPr>
            <a:spLocks noGrp="1"/>
          </p:cNvSpPr>
          <p:nvPr>
            <p:ph type="subTitle"/>
          </p:nvPr>
        </p:nvSpPr>
        <p:spPr>
          <a:xfrm>
            <a:off x="107315" y="1660525"/>
            <a:ext cx="3291840" cy="1548765"/>
          </a:xfrm>
          <a:prstGeom prst="rect">
            <a:avLst/>
          </a:prstGeom>
          <a:noFill/>
          <a:ln w="0">
            <a:noFill/>
          </a:ln>
        </p:spPr>
        <p:txBody>
          <a:bodyPr lIns="91440" tIns="91440" rIns="91440" bIns="91440" anchor="t">
            <a:noAutofit/>
          </a:bodyPr>
          <a:p>
            <a:pPr indent="0">
              <a:lnSpc>
                <a:spcPct val="150000"/>
              </a:lnSpc>
              <a:buNone/>
              <a:tabLst>
                <a:tab pos="0" algn="l"/>
              </a:tabLst>
            </a:pPr>
            <a:r>
              <a:rPr lang="en-US" sz="1000" b="0" u="none" strike="noStrike">
                <a:solidFill>
                  <a:schemeClr val="dk1"/>
                </a:solidFill>
                <a:effectLst/>
                <a:uFillTx/>
                <a:latin typeface="Commissioner"/>
                <a:ea typeface="Commissioner"/>
              </a:rPr>
              <a:t>Una vez confirmados todos los datos, comienza la copia de archivos al disco duro. Mientras esto sucede, el instalador muestra una presentación con las características de Linux Mint (como la reproducción de multimedia), informando al usuario sobre las aplicaciones incluidas mientras se completa el proceso automáticamente.</a:t>
            </a:r>
            <a:endParaRPr lang="en-US" sz="1000" b="0" u="none" strike="noStrike">
              <a:solidFill>
                <a:schemeClr val="dk1"/>
              </a:solidFill>
              <a:effectLst/>
              <a:uFillTx/>
              <a:latin typeface="Commissioner"/>
              <a:ea typeface="Commissioner"/>
            </a:endParaRPr>
          </a:p>
        </p:txBody>
      </p:sp>
      <p:pic>
        <p:nvPicPr>
          <p:cNvPr id="3" name="Picture 2" descr="IMG-20260218-WA0057"/>
          <p:cNvPicPr>
            <a:picLocks noChangeAspect="1"/>
          </p:cNvPicPr>
          <p:nvPr/>
        </p:nvPicPr>
        <p:blipFill>
          <a:blip r:embed="rId1"/>
          <a:stretch>
            <a:fillRect/>
          </a:stretch>
        </p:blipFill>
        <p:spPr>
          <a:xfrm>
            <a:off x="3428365" y="123190"/>
            <a:ext cx="4838700" cy="43243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Rectangles 178"/>
          <p:cNvSpPr/>
          <p:nvPr/>
        </p:nvSpPr>
        <p:spPr>
          <a:xfrm>
            <a:off x="467360" y="123190"/>
            <a:ext cx="4088130" cy="418465"/>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600" b="0" u="none" strike="noStrike">
                <a:solidFill>
                  <a:schemeClr val="dk1"/>
                </a:solidFill>
                <a:effectLst/>
                <a:uFillTx/>
                <a:latin typeface="Golos Text"/>
              </a:rPr>
              <a:t>Finalización e Inicio de Sistema</a:t>
            </a:r>
            <a:endParaRPr lang="en-US" sz="1600" b="0" u="none" strike="noStrike">
              <a:solidFill>
                <a:schemeClr val="dk1"/>
              </a:solidFill>
              <a:effectLst/>
              <a:uFillTx/>
              <a:latin typeface="Golos Text"/>
            </a:endParaRPr>
          </a:p>
        </p:txBody>
      </p:sp>
      <p:pic>
        <p:nvPicPr>
          <p:cNvPr id="3" name="Picture 2" descr="IMG-20260218-WA0051"/>
          <p:cNvPicPr>
            <a:picLocks noChangeAspect="1"/>
          </p:cNvPicPr>
          <p:nvPr/>
        </p:nvPicPr>
        <p:blipFill>
          <a:blip r:embed="rId1"/>
          <a:stretch>
            <a:fillRect/>
          </a:stretch>
        </p:blipFill>
        <p:spPr>
          <a:xfrm>
            <a:off x="467360" y="995680"/>
            <a:ext cx="4271645" cy="3734435"/>
          </a:xfrm>
          <a:prstGeom prst="rect">
            <a:avLst/>
          </a:prstGeom>
        </p:spPr>
      </p:pic>
      <p:pic>
        <p:nvPicPr>
          <p:cNvPr id="4" name="Picture 3" descr="IMG-20260218-WA0055"/>
          <p:cNvPicPr>
            <a:picLocks noChangeAspect="1"/>
          </p:cNvPicPr>
          <p:nvPr/>
        </p:nvPicPr>
        <p:blipFill>
          <a:blip r:embed="rId2"/>
          <a:stretch>
            <a:fillRect/>
          </a:stretch>
        </p:blipFill>
        <p:spPr>
          <a:xfrm>
            <a:off x="4859655" y="996315"/>
            <a:ext cx="4036695" cy="3733800"/>
          </a:xfrm>
          <a:prstGeom prst="rect">
            <a:avLst/>
          </a:prstGeom>
        </p:spPr>
      </p:pic>
      <p:sp>
        <p:nvSpPr>
          <p:cNvPr id="2" name="Text Box 1"/>
          <p:cNvSpPr txBox="1"/>
          <p:nvPr/>
        </p:nvSpPr>
        <p:spPr>
          <a:xfrm>
            <a:off x="467995" y="483235"/>
            <a:ext cx="8413115" cy="398780"/>
          </a:xfrm>
          <a:prstGeom prst="rect">
            <a:avLst/>
          </a:prstGeom>
          <a:noFill/>
        </p:spPr>
        <p:txBody>
          <a:bodyPr wrap="square" rtlCol="0" anchor="t">
            <a:spAutoFit/>
          </a:bodyPr>
          <a:p>
            <a:r>
              <a:rPr lang="en-US" sz="1000"/>
              <a:t>Tras la instalación, el equipo inicia desde el disco duro solicitando la contraseña del usuario para acceder. Una vez dentro, aparece la pantalla de bienvenida que permite realizar las configuraciones finales y personalizar el escritorio de Linux Mint.</a:t>
            </a:r>
            <a:endParaRPr lang="en-US" sz="10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ctangles 173"/>
          <p:cNvSpPr/>
          <p:nvPr/>
        </p:nvSpPr>
        <p:spPr>
          <a:xfrm>
            <a:off x="476280" y="476280"/>
            <a:ext cx="2285640" cy="645160"/>
          </a:xfrm>
          <a:prstGeom prst="rect">
            <a:avLst/>
          </a:prstGeom>
          <a:noFill/>
          <a:ln w="0">
            <a:noFill/>
          </a:ln>
        </p:spPr>
        <p:style>
          <a:lnRef idx="0">
            <a:srgbClr val="FFFFFF"/>
          </a:lnRef>
          <a:fillRef idx="0">
            <a:srgbClr val="FFFFFF"/>
          </a:fillRef>
          <a:effectRef idx="0">
            <a:srgbClr val="FFFFFF"/>
          </a:effectRef>
          <a:fontRef idx="minor"/>
        </p:style>
        <p:txBody>
          <a:bodyPr anchor="t">
            <a:spAutoFit/>
          </a:bodyPr>
          <a:p>
            <a:pPr defTabSz="914400">
              <a:lnSpc>
                <a:spcPct val="100000"/>
              </a:lnSpc>
              <a:tabLst>
                <a:tab pos="0" algn="l"/>
              </a:tabLst>
            </a:pPr>
            <a:r>
              <a:rPr lang="en-US" sz="3600" b="1" u="none" strike="noStrike">
                <a:solidFill>
                  <a:schemeClr val="dk1"/>
                </a:solidFill>
                <a:effectLst/>
                <a:uFillTx/>
                <a:latin typeface="Calibri"/>
              </a:rPr>
              <a:t>01</a:t>
            </a:r>
            <a:endParaRPr lang="en-US" sz="3600" b="1" u="none" strike="noStrike">
              <a:solidFill>
                <a:schemeClr val="dk1"/>
              </a:solidFill>
              <a:effectLst/>
              <a:uFillTx/>
              <a:latin typeface="Calibri"/>
            </a:endParaRPr>
          </a:p>
        </p:txBody>
      </p:sp>
      <p:sp>
        <p:nvSpPr>
          <p:cNvPr id="175" name="Rectangles 174"/>
          <p:cNvSpPr/>
          <p:nvPr/>
        </p:nvSpPr>
        <p:spPr>
          <a:xfrm>
            <a:off x="476250" y="1121410"/>
            <a:ext cx="3201670" cy="142875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chemeClr val="dk1"/>
                </a:solidFill>
                <a:effectLst/>
                <a:uFillTx/>
                <a:latin typeface="Golos Text"/>
              </a:rPr>
              <a:t>Configuración Post-Instalación</a:t>
            </a:r>
            <a:endParaRPr lang="en-US" sz="2400" b="0" u="none" strike="noStrike">
              <a:solidFill>
                <a:schemeClr val="dk1"/>
              </a:solidFill>
              <a:effectLst/>
              <a:uFillTx/>
              <a:latin typeface="Golos Text"/>
            </a:endParaRPr>
          </a:p>
        </p:txBody>
      </p:sp>
      <p:pic>
        <p:nvPicPr>
          <p:cNvPr id="2" name="Picture 1" descr="images"/>
          <p:cNvPicPr>
            <a:picLocks noChangeAspect="1"/>
          </p:cNvPicPr>
          <p:nvPr/>
        </p:nvPicPr>
        <p:blipFill>
          <a:blip r:embed="rId1"/>
          <a:stretch>
            <a:fillRect/>
          </a:stretch>
        </p:blipFill>
        <p:spPr>
          <a:xfrm>
            <a:off x="755015" y="3507740"/>
            <a:ext cx="1631950" cy="1461135"/>
          </a:xfrm>
          <a:prstGeom prst="rect">
            <a:avLst/>
          </a:prstGeom>
        </p:spPr>
      </p:pic>
      <p:pic>
        <p:nvPicPr>
          <p:cNvPr id="3" name="Picture 2" descr="uku1711"/>
          <p:cNvPicPr>
            <a:picLocks noChangeAspect="1"/>
          </p:cNvPicPr>
          <p:nvPr/>
        </p:nvPicPr>
        <p:blipFill>
          <a:blip r:embed="rId2"/>
          <a:stretch>
            <a:fillRect/>
          </a:stretch>
        </p:blipFill>
        <p:spPr>
          <a:xfrm>
            <a:off x="3660775" y="581025"/>
            <a:ext cx="5416550" cy="41516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Rectangles 180"/>
          <p:cNvSpPr/>
          <p:nvPr/>
        </p:nvSpPr>
        <p:spPr>
          <a:xfrm>
            <a:off x="476280" y="476280"/>
            <a:ext cx="3619080" cy="9522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chemeClr val="dk1"/>
                </a:solidFill>
                <a:effectLst/>
                <a:uFillTx/>
                <a:latin typeface="Golos Text"/>
              </a:rPr>
              <a:t>Personalización del entorno de usuario</a:t>
            </a:r>
            <a:endParaRPr lang="en-US" sz="2400" b="0" u="none" strike="noStrike">
              <a:solidFill>
                <a:schemeClr val="dk1"/>
              </a:solidFill>
              <a:effectLst/>
              <a:uFillTx/>
              <a:latin typeface="Golos Text"/>
            </a:endParaRPr>
          </a:p>
        </p:txBody>
      </p:sp>
      <p:sp>
        <p:nvSpPr>
          <p:cNvPr id="182" name="Rectangles 181"/>
          <p:cNvSpPr/>
          <p:nvPr/>
        </p:nvSpPr>
        <p:spPr>
          <a:xfrm>
            <a:off x="476250" y="1428750"/>
            <a:ext cx="3255010" cy="2761615"/>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50000"/>
              </a:lnSpc>
              <a:tabLst>
                <a:tab pos="0" algn="l"/>
              </a:tabLst>
            </a:pPr>
            <a:r>
              <a:rPr lang="en-US" sz="1000" b="0" u="none" strike="noStrike">
                <a:solidFill>
                  <a:schemeClr val="dk1"/>
                </a:solidFill>
                <a:effectLst/>
                <a:uFillTx/>
                <a:latin typeface="Commissioner"/>
              </a:rPr>
              <a:t>Configura el escritorio cambiando fondos, temas y fuentes en las opciones de configuración. Instala aplicaciones útiles desde la tienda o terminal. Organiza accesos directos y ajusta preferencias para mejorar tu experiencia diaria y facilitar el uso del sistema.</a:t>
            </a:r>
            <a:endParaRPr lang="en-US" sz="1000" b="0" u="none" strike="noStrike">
              <a:solidFill>
                <a:schemeClr val="dk1"/>
              </a:solidFill>
              <a:effectLst/>
              <a:uFillTx/>
              <a:latin typeface="Commissioner"/>
            </a:endParaRPr>
          </a:p>
        </p:txBody>
      </p:sp>
      <p:pic>
        <p:nvPicPr>
          <p:cNvPr id="2" name="Picture 1" descr="0_Nk9NVqgThAZkg6LP"/>
          <p:cNvPicPr>
            <a:picLocks noChangeAspect="1"/>
          </p:cNvPicPr>
          <p:nvPr/>
        </p:nvPicPr>
        <p:blipFill>
          <a:blip r:embed="rId1"/>
          <a:stretch>
            <a:fillRect/>
          </a:stretch>
        </p:blipFill>
        <p:spPr>
          <a:xfrm>
            <a:off x="3832860" y="374015"/>
            <a:ext cx="5090795" cy="4377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467360" y="1051560"/>
            <a:ext cx="3834130" cy="800100"/>
          </a:xfrm>
          <a:prstGeom prst="rect">
            <a:avLst/>
          </a:prstGeom>
          <a:noFill/>
          <a:ln w="0">
            <a:noFill/>
          </a:ln>
        </p:spPr>
        <p:txBody>
          <a:bodyPr lIns="91440" tIns="91440" rIns="91440" bIns="91440" anchor="b">
            <a:normAutofit/>
          </a:bodyPr>
          <a:p>
            <a:pPr indent="0">
              <a:lnSpc>
                <a:spcPct val="100000"/>
              </a:lnSpc>
              <a:buNone/>
              <a:tabLst>
                <a:tab pos="0" algn="l"/>
              </a:tabLst>
            </a:pPr>
            <a:r>
              <a:rPr lang="en-US" sz="2400" b="0" u="none" strike="noStrike">
                <a:solidFill>
                  <a:schemeClr val="dk1"/>
                </a:solidFill>
                <a:effectLst/>
                <a:uFillTx/>
                <a:latin typeface="Golos Text"/>
                <a:ea typeface="Golos Text"/>
              </a:rPr>
              <a:t>Actualización del sistema</a:t>
            </a:r>
            <a:endParaRPr lang="en-US" sz="2400" b="0" u="none" strike="noStrike">
              <a:solidFill>
                <a:schemeClr val="dk1"/>
              </a:solidFill>
              <a:effectLst/>
              <a:uFillTx/>
              <a:latin typeface="Golos Text"/>
              <a:ea typeface="Golos Text"/>
            </a:endParaRPr>
          </a:p>
        </p:txBody>
      </p:sp>
      <p:sp>
        <p:nvSpPr>
          <p:cNvPr id="178" name="PlaceHolder 2"/>
          <p:cNvSpPr>
            <a:spLocks noGrp="1"/>
          </p:cNvSpPr>
          <p:nvPr>
            <p:ph type="subTitle"/>
          </p:nvPr>
        </p:nvSpPr>
        <p:spPr>
          <a:xfrm>
            <a:off x="467360" y="1851660"/>
            <a:ext cx="4380230" cy="1847215"/>
          </a:xfrm>
          <a:prstGeom prst="rect">
            <a:avLst/>
          </a:prstGeom>
          <a:noFill/>
          <a:ln w="0">
            <a:noFill/>
          </a:ln>
        </p:spPr>
        <p:txBody>
          <a:bodyPr lIns="91440" tIns="91440" rIns="91440" bIns="91440" anchor="t">
            <a:normAutofit/>
          </a:bodyPr>
          <a:p>
            <a:pPr indent="0">
              <a:lnSpc>
                <a:spcPct val="150000"/>
              </a:lnSpc>
              <a:buNone/>
              <a:tabLst>
                <a:tab pos="0" algn="l"/>
              </a:tabLst>
            </a:pPr>
            <a:r>
              <a:rPr lang="en-US" sz="1000" b="0" u="none" strike="noStrike">
                <a:solidFill>
                  <a:schemeClr val="dk1"/>
                </a:solidFill>
                <a:effectLst/>
                <a:uFillTx/>
                <a:latin typeface="Commissioner"/>
                <a:ea typeface="Commissioner"/>
              </a:rPr>
              <a:t>Abre la terminal y ejecuta sudo apt update después sudo apt upgrade. Esto asegura que el sistema dispone de las últimas actualizaciones de seguridad y rendimiento para un funcionamiento óptimo.</a:t>
            </a:r>
            <a:endParaRPr lang="en-US" sz="1000" b="0" u="none" strike="noStrike">
              <a:solidFill>
                <a:schemeClr val="dk1"/>
              </a:solidFill>
              <a:effectLst/>
              <a:uFillTx/>
              <a:latin typeface="Commissioner"/>
              <a:ea typeface="Commissioner"/>
            </a:endParaRPr>
          </a:p>
        </p:txBody>
      </p:sp>
      <p:pic>
        <p:nvPicPr>
          <p:cNvPr id="2" name="Picture 1" descr="images"/>
          <p:cNvPicPr>
            <a:picLocks noChangeAspect="1"/>
          </p:cNvPicPr>
          <p:nvPr/>
        </p:nvPicPr>
        <p:blipFill>
          <a:blip r:embed="rId1"/>
          <a:stretch>
            <a:fillRect/>
          </a:stretch>
        </p:blipFill>
        <p:spPr>
          <a:xfrm>
            <a:off x="5185410" y="2427605"/>
            <a:ext cx="2562860" cy="19405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395605" y="915670"/>
            <a:ext cx="3327400" cy="1311910"/>
          </a:xfrm>
        </p:spPr>
        <p:txBody>
          <a:bodyPr/>
          <a:p>
            <a:pPr algn="ctr"/>
            <a:r>
              <a:rPr lang="en-US" sz="3600"/>
              <a:t>Muchas Gracias Por su Atencion</a:t>
            </a:r>
            <a:endParaRPr lang="en-US" sz="3600"/>
          </a:p>
        </p:txBody>
      </p:sp>
      <p:pic>
        <p:nvPicPr>
          <p:cNvPr id="3" name="Picture 2" descr="IMG-20260218-WA0037"/>
          <p:cNvPicPr>
            <a:picLocks noChangeAspect="1"/>
          </p:cNvPicPr>
          <p:nvPr/>
        </p:nvPicPr>
        <p:blipFill>
          <a:blip r:embed="rId1"/>
          <a:stretch>
            <a:fillRect/>
          </a:stretch>
        </p:blipFill>
        <p:spPr>
          <a:xfrm>
            <a:off x="4211955" y="768985"/>
            <a:ext cx="3150235" cy="36817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5655</Words>
  <Application>WPS Presentation</Application>
  <PresentationFormat/>
  <Paragraphs>91</Paragraphs>
  <Slides>23</Slides>
  <Notes>0</Notes>
  <HiddenSlides>0</HiddenSlides>
  <MMClips>0</MMClips>
  <ScaleCrop>false</ScaleCrop>
  <HeadingPairs>
    <vt:vector size="6" baseType="variant">
      <vt:variant>
        <vt:lpstr>已用的字体</vt:lpstr>
      </vt:variant>
      <vt:variant>
        <vt:i4>16</vt:i4>
      </vt:variant>
      <vt:variant>
        <vt:lpstr>主题</vt:lpstr>
      </vt:variant>
      <vt:variant>
        <vt:i4>5</vt:i4>
      </vt:variant>
      <vt:variant>
        <vt:lpstr>幻灯片标题</vt:lpstr>
      </vt:variant>
      <vt:variant>
        <vt:i4>23</vt:i4>
      </vt:variant>
    </vt:vector>
  </HeadingPairs>
  <TitlesOfParts>
    <vt:vector size="44" baseType="lpstr">
      <vt:lpstr>Arial</vt:lpstr>
      <vt:lpstr>SimSun</vt:lpstr>
      <vt:lpstr>Wingdings</vt:lpstr>
      <vt:lpstr>Arial</vt:lpstr>
      <vt:lpstr>Nimbus Roman No9 L</vt:lpstr>
      <vt:lpstr>OpenSymbol</vt:lpstr>
      <vt:lpstr>Symbol</vt:lpstr>
      <vt:lpstr>Golos Text</vt:lpstr>
      <vt:lpstr>C059</vt:lpstr>
      <vt:lpstr>Unifont CSUR</vt:lpstr>
      <vt:lpstr>Commissioner</vt:lpstr>
      <vt:lpstr>Calibri</vt:lpstr>
      <vt:lpstr>DejaVu Sans</vt:lpstr>
      <vt:lpstr>Microsoft YaHei</vt:lpstr>
      <vt:lpstr>Droid Sans Fallback</vt:lpstr>
      <vt:lpstr>Arial Unicode MS</vt:lpstr>
      <vt:lpstr>Formulating a Research Problem for University Students by Slidesgo</vt:lpstr>
      <vt:lpstr>Formulating a Research Problem for University Students by Slidesgo</vt:lpstr>
      <vt:lpstr>Slidesgo Final Pages</vt:lpstr>
      <vt:lpstr>Slidesgo Final Pages</vt:lpstr>
      <vt:lpstr>1_Formulating a Research Problem for University Students by Slidesgo</vt:lpstr>
      <vt:lpstr>Ubuntu Instalación </vt:lpstr>
      <vt:lpstr>Introducción</vt:lpstr>
      <vt:lpstr>PowerPoint 演示文稿</vt:lpstr>
      <vt:lpstr>PowerPoint 演示文稿</vt:lpstr>
      <vt:lpstr>Requisitos</vt:lpstr>
      <vt:lpstr>PowerPoint 演示文稿</vt:lpstr>
      <vt:lpstr>Configuración de BIOS y Prioridad de Arranque</vt:lpstr>
      <vt:lpstr>Proceso de instalación paso a paso</vt:lpstr>
      <vt:lpstr>PowerPoint 演示文稿</vt:lpstr>
      <vt:lpstr>Entorno de Linux Mint</vt:lpstr>
      <vt:lpstr>Configuración inicial del instalador</vt:lpstr>
      <vt:lpstr>Selección de disposición del teclado</vt:lpstr>
      <vt:lpstr>PowerPoint 演示文稿</vt:lpstr>
      <vt:lpstr>Instalación de códecs multimedia</vt:lpstr>
      <vt:lpstr>Definición del tipo de instalación</vt:lpstr>
      <vt:lpstr>Configuración de la ubicación geográfica</vt:lpstr>
      <vt:lpstr>Creación de la cuenta de usuario</vt:lpstr>
      <vt:lpstr>Progreso de instalación y presentación del sistema</vt:lpstr>
      <vt:lpstr>PowerPoint 演示文稿</vt:lpstr>
      <vt:lpstr>PowerPoint 演示文稿</vt:lpstr>
      <vt:lpstr>PowerPoint 演示文稿</vt:lpstr>
      <vt:lpstr>Actualización del sistema</vt:lpstr>
      <vt:lpstr>Muchas Gracias Por su Atencion</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Ubuntu Instalación </dc:title>
  <dc:creator/>
  <cp:lastModifiedBy>pc</cp:lastModifiedBy>
  <cp:revision>84</cp:revision>
  <dcterms:created xsi:type="dcterms:W3CDTF">2026-02-24T22:59:44Z</dcterms:created>
  <dcterms:modified xsi:type="dcterms:W3CDTF">2026-02-24T22:59:44Z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y fmtid="{D5CDD505-2E9C-101B-9397-08002B2CF9AE}" pid="3" name="ICV">
    <vt:lpwstr/>
  </property>
  <property fmtid="{D5CDD505-2E9C-101B-9397-08002B2CF9AE}" pid="4" name="KSOProductBuildVer">
    <vt:lpwstr>1033-11.1.0.11723</vt:lpwstr>
  </property>
</Properties>
</file>